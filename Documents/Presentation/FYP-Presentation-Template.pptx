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263" r:id="rId5"/>
    <p:sldId id="266" r:id="rId6"/>
    <p:sldId id="265" r:id="rId7"/>
    <p:sldId id="268" r:id="rId8"/>
    <p:sldId id="267" r:id="rId9"/>
    <p:sldId id="260" r:id="rId10"/>
    <p:sldId id="262" r:id="rId11"/>
    <p:sldId id="258" r:id="rId12"/>
    <p:sldId id="259" r:id="rId13"/>
    <p:sldId id="261" r:id="rId14"/>
  </p:sldIdLst>
  <p:sldSz cx="9144000" cy="6858000" type="screen4x3"/>
  <p:notesSz cx="6858000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 userDrawn="1">
          <p15:clr>
            <a:srgbClr val="A4A3A4"/>
          </p15:clr>
        </p15:guide>
        <p15:guide id="2" pos="51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weber" initials="s" lastIdx="1" clrIdx="0">
    <p:extLst>
      <p:ext uri="{19B8F6BF-5375-455C-9EA6-DF929625EA0E}">
        <p15:presenceInfo xmlns:p15="http://schemas.microsoft.com/office/powerpoint/2012/main" userId="sweb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73B9"/>
    <a:srgbClr val="3E6D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27" autoAdjust="0"/>
  </p:normalViewPr>
  <p:slideViewPr>
    <p:cSldViewPr snapToGrid="0" showGuides="1">
      <p:cViewPr varScale="1">
        <p:scale>
          <a:sx n="89" d="100"/>
          <a:sy n="89" d="100"/>
        </p:scale>
        <p:origin x="1282" y="72"/>
      </p:cViewPr>
      <p:guideLst>
        <p:guide orient="horz" pos="4319"/>
        <p:guide pos="51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1" d="100"/>
          <a:sy n="91" d="100"/>
        </p:scale>
        <p:origin x="-3720" y="-108"/>
      </p:cViewPr>
      <p:guideLst>
        <p:guide orient="horz" pos="313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22876" y="9449911"/>
            <a:ext cx="835124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  <a:cs typeface="Arial" panose="020B0604020202020204" pitchFamily="34" charset="0"/>
              </a:defRPr>
            </a:lvl1pPr>
          </a:lstStyle>
          <a:p>
            <a:fld id="{49DD4D23-C98A-435E-AE88-9061F8349B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0033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41388" y="746125"/>
            <a:ext cx="4975225" cy="3730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DD4D23-C98A-435E-AE88-9061F8349B02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33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41388" y="746125"/>
            <a:ext cx="4975225" cy="3730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DD4D23-C98A-435E-AE88-9061F8349B02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4602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" t="3974" r="3958" b="558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674" y="3715200"/>
            <a:ext cx="7500939" cy="554850"/>
          </a:xfrm>
        </p:spPr>
        <p:txBody>
          <a:bodyPr/>
          <a:lstStyle>
            <a:lvl1pPr algn="l"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676" y="4289400"/>
            <a:ext cx="7500938" cy="361800"/>
          </a:xfr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" y="525798"/>
            <a:ext cx="3020400" cy="807254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28677" y="5481750"/>
            <a:ext cx="4679325" cy="97937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2pPr>
            <a:lvl3pPr marL="0" indent="0">
              <a:spcBef>
                <a:spcPts val="567"/>
              </a:spcBef>
              <a:buNone/>
              <a:defRPr sz="14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3327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76" y="1881075"/>
            <a:ext cx="7500938" cy="4040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6" y="914408"/>
            <a:ext cx="7500938" cy="276225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00DB9-A23F-43BD-B7EF-862D750C72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73000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2 Column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819783"/>
            <a:ext cx="9144000" cy="1036637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14" y="6046356"/>
            <a:ext cx="2060224" cy="5506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6" y="914408"/>
            <a:ext cx="7500938" cy="276225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438275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76" y="1881075"/>
            <a:ext cx="7500938" cy="4040188"/>
          </a:xfrm>
        </p:spPr>
        <p:txBody>
          <a:bodyPr/>
          <a:lstStyle>
            <a:lvl1pPr>
              <a:defRPr sz="2400" b="0"/>
            </a:lvl1pPr>
            <a:lvl4pPr marL="1168400" indent="-342900"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86600" y="5445547"/>
            <a:ext cx="2057400" cy="365125"/>
          </a:xfrm>
        </p:spPr>
        <p:txBody>
          <a:bodyPr/>
          <a:lstStyle/>
          <a:p>
            <a:fld id="{7D300DB9-A23F-43BD-B7EF-862D750C72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0921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&amp; 2 Column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819783"/>
            <a:ext cx="9144000" cy="1036637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14" y="6046356"/>
            <a:ext cx="2060224" cy="5506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76" y="1881080"/>
            <a:ext cx="3933824" cy="3163365"/>
          </a:xfrm>
        </p:spPr>
        <p:txBody>
          <a:bodyPr/>
          <a:lstStyle>
            <a:lvl1pPr marL="276225" indent="-276225">
              <a:spcBef>
                <a:spcPts val="900"/>
              </a:spcBef>
              <a:buClr>
                <a:schemeClr val="tx2"/>
              </a:buClr>
              <a:buFont typeface="Arial" panose="020B0604020202020204" pitchFamily="34" charset="0"/>
              <a:buChar char="‒"/>
              <a:defRPr sz="1800" b="0"/>
            </a:lvl1pPr>
            <a:lvl2pPr marL="625475" indent="-233363">
              <a:buFont typeface="Arial" panose="020B0604020202020204" pitchFamily="34" charset="0"/>
              <a:buChar char="•"/>
              <a:defRPr sz="1400"/>
            </a:lvl2pPr>
            <a:lvl3pPr marL="912813" indent="-222250">
              <a:defRPr sz="1400"/>
            </a:lvl3pPr>
            <a:lvl4pPr marL="1128713" indent="-190500">
              <a:defRPr sz="1400"/>
            </a:lvl4pPr>
            <a:lvl5pPr marL="1439863" indent="-185738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6" y="914408"/>
            <a:ext cx="7500938" cy="276225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438275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914901" y="1881080"/>
            <a:ext cx="3934800" cy="3163365"/>
          </a:xfrm>
        </p:spPr>
        <p:txBody>
          <a:bodyPr/>
          <a:lstStyle>
            <a:lvl1pPr marL="276225" indent="-276225">
              <a:spcBef>
                <a:spcPts val="900"/>
              </a:spcBef>
              <a:buClr>
                <a:schemeClr val="tx2"/>
              </a:buClr>
              <a:buFont typeface="Arial" panose="020B0604020202020204" pitchFamily="34" charset="0"/>
              <a:buChar char="‒"/>
              <a:defRPr sz="1800" b="0"/>
            </a:lvl1pPr>
            <a:lvl2pPr marL="625475" indent="-233363">
              <a:buFont typeface="Arial" panose="020B0604020202020204" pitchFamily="34" charset="0"/>
              <a:buChar char="•"/>
              <a:defRPr sz="1400"/>
            </a:lvl2pPr>
            <a:lvl3pPr marL="912813" indent="-222250">
              <a:defRPr sz="1400"/>
            </a:lvl3pPr>
            <a:lvl4pPr marL="1128713" indent="-190500">
              <a:defRPr sz="1400"/>
            </a:lvl4pPr>
            <a:lvl5pPr marL="1439863" indent="-185738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7086600" y="5454977"/>
            <a:ext cx="2057400" cy="365125"/>
          </a:xfrm>
        </p:spPr>
        <p:txBody>
          <a:bodyPr/>
          <a:lstStyle/>
          <a:p>
            <a:fld id="{7D300DB9-A23F-43BD-B7EF-862D750C72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1917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939200" y="1438276"/>
            <a:ext cx="4204800" cy="4736282"/>
          </a:xfrm>
          <a:solidFill>
            <a:schemeClr val="accent4"/>
          </a:solidFill>
        </p:spPr>
        <p:txBody>
          <a:bodyPr tIns="0" anchor="ctr" anchorCtr="0"/>
          <a:lstStyle>
            <a:lvl1pPr algn="ctr">
              <a:defRPr sz="1600" b="0">
                <a:solidFill>
                  <a:schemeClr val="accent3"/>
                </a:solidFill>
              </a:defRPr>
            </a:lvl1pPr>
          </a:lstStyle>
          <a:p>
            <a:r>
              <a:rPr lang="en-GB"/>
              <a:t>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77" y="1905000"/>
            <a:ext cx="3819525" cy="3987688"/>
          </a:xfrm>
        </p:spPr>
        <p:txBody>
          <a:bodyPr/>
          <a:lstStyle>
            <a:lvl1pPr marL="238125" indent="-238125">
              <a:spcBef>
                <a:spcPts val="85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sz="1800" b="0"/>
            </a:lvl1pPr>
            <a:lvl2pPr marL="503238" indent="-207963">
              <a:spcBef>
                <a:spcPts val="0"/>
              </a:spcBef>
              <a:spcAft>
                <a:spcPts val="567"/>
              </a:spcAft>
              <a:defRPr sz="1400" b="0"/>
            </a:lvl2pPr>
            <a:lvl3pPr>
              <a:defRPr sz="1400" b="0"/>
            </a:lvl3pPr>
            <a:lvl4pPr>
              <a:defRPr sz="1400" b="0"/>
            </a:lvl4pPr>
            <a:lvl5pPr>
              <a:defRPr sz="14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6" y="914408"/>
            <a:ext cx="7500938" cy="276225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r>
              <a:rPr lang="en-GB" sz="1000" b="1"/>
              <a:t>Trinity College Dublin, </a:t>
            </a:r>
            <a:r>
              <a:rPr lang="en-GB" sz="1000"/>
              <a:t>The University of Dublin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438275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00DB9-A23F-43BD-B7EF-862D750C72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8236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38275"/>
            <a:ext cx="9144000" cy="4708001"/>
          </a:xfrm>
          <a:solidFill>
            <a:schemeClr val="accent4"/>
          </a:solidFill>
        </p:spPr>
        <p:txBody>
          <a:bodyPr tIns="0" anchor="ctr" anchorCtr="0"/>
          <a:lstStyle>
            <a:lvl1pPr algn="ctr">
              <a:defRPr sz="1600" b="0">
                <a:solidFill>
                  <a:schemeClr val="accent3"/>
                </a:solidFill>
              </a:defRPr>
            </a:lvl1pPr>
          </a:lstStyle>
          <a:p>
            <a:r>
              <a:rPr lang="en-GB"/>
              <a:t>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6" y="914408"/>
            <a:ext cx="7500938" cy="276225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6466788"/>
            <a:ext cx="9144000" cy="391212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r>
              <a:rPr lang="en-GB" sz="1000" b="1"/>
              <a:t>Trinity College Dublin, </a:t>
            </a:r>
            <a:r>
              <a:rPr lang="en-GB" sz="1000"/>
              <a:t>The University of Dublin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438275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00DB9-A23F-43BD-B7EF-862D750C72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8617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" t="3974" r="3958" b="558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" y="525798"/>
            <a:ext cx="3020400" cy="8072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674" y="3715200"/>
            <a:ext cx="7500939" cy="554850"/>
          </a:xfrm>
        </p:spPr>
        <p:txBody>
          <a:bodyPr/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789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00DB9-A23F-43BD-B7EF-862D750C72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57743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8674" y="360000"/>
            <a:ext cx="7500939" cy="5616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8676" y="1871551"/>
            <a:ext cx="7500938" cy="4096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r>
              <a:rPr lang="en-GB" sz="1000" b="1"/>
              <a:t>Trinity College Dublin, </a:t>
            </a:r>
            <a:r>
              <a:rPr lang="en-GB" sz="1000"/>
              <a:t>The University of Dublin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438275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086600" y="613370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00DB9-A23F-43BD-B7EF-862D750C72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7106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60" r:id="rId3"/>
    <p:sldLayoutId id="2147483661" r:id="rId4"/>
    <p:sldLayoutId id="2147483657" r:id="rId5"/>
    <p:sldLayoutId id="2147483658" r:id="rId6"/>
    <p:sldLayoutId id="2147483659" r:id="rId7"/>
    <p:sldLayoutId id="2147483654" r:id="rId8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1417"/>
        </a:spcBef>
        <a:buFont typeface="Arial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31825" indent="-342900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95350" indent="-342900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68400" indent="-342900" algn="l" defTabSz="914400" rtl="0" eaLnBrk="1" latinLnBrk="0" hangingPunct="1">
        <a:spcBef>
          <a:spcPts val="1134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33513" indent="-342900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Presenter/s Name</a:t>
            </a:r>
          </a:p>
          <a:p>
            <a:pPr lvl="2"/>
            <a:endParaRPr lang="en-GB" dirty="0"/>
          </a:p>
          <a:p>
            <a:pPr lvl="2"/>
            <a:r>
              <a:rPr lang="en-GB" dirty="0"/>
              <a:t>Date 00/00/00</a:t>
            </a:r>
          </a:p>
        </p:txBody>
      </p:sp>
    </p:spTree>
    <p:extLst>
      <p:ext uri="{BB962C8B-B14F-4D97-AF65-F5344CB8AC3E}">
        <p14:creationId xmlns:p14="http://schemas.microsoft.com/office/powerpoint/2010/main" val="177279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  <a:p>
            <a:r>
              <a:rPr lang="en-GB" dirty="0"/>
              <a:t>Design</a:t>
            </a:r>
          </a:p>
          <a:p>
            <a:r>
              <a:rPr lang="en-GB" dirty="0"/>
              <a:t>Implementation Issues</a:t>
            </a:r>
          </a:p>
          <a:p>
            <a:r>
              <a:rPr lang="en-GB" dirty="0"/>
              <a:t>Demo of Artefact</a:t>
            </a:r>
          </a:p>
          <a:p>
            <a:r>
              <a:rPr lang="en-GB" dirty="0"/>
              <a:t>Evaluation</a:t>
            </a:r>
          </a:p>
          <a:p>
            <a:r>
              <a:rPr lang="en-GB" dirty="0"/>
              <a:t>Conclusions</a:t>
            </a:r>
          </a:p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00DB9-A23F-43BD-B7EF-862D750C72E7}" type="slidenum">
              <a:rPr lang="en-IE" smtClean="0"/>
              <a:t>2</a:t>
            </a:fld>
            <a:endParaRPr lang="en-IE"/>
          </a:p>
        </p:txBody>
      </p:sp>
      <p:sp>
        <p:nvSpPr>
          <p:cNvPr id="6" name="TextBox 5"/>
          <p:cNvSpPr txBox="1"/>
          <p:nvPr/>
        </p:nvSpPr>
        <p:spPr>
          <a:xfrm>
            <a:off x="4579143" y="1630846"/>
            <a:ext cx="4400550" cy="20313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IE" dirty="0"/>
              <a:t>The items listed in this template are a suggestion of points to cover in your presentation. Some slide titles may fit your presentation; others may have to be replaced or deleted. You have to make this your own and reflect in the presentation your work during the final year project.</a:t>
            </a:r>
          </a:p>
        </p:txBody>
      </p:sp>
    </p:spTree>
    <p:extLst>
      <p:ext uri="{BB962C8B-B14F-4D97-AF65-F5344CB8AC3E}">
        <p14:creationId xmlns:p14="http://schemas.microsoft.com/office/powerpoint/2010/main" val="3110083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 &amp; Related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Basis for your project</a:t>
            </a:r>
          </a:p>
          <a:p>
            <a:endParaRPr lang="en-GB" dirty="0"/>
          </a:p>
          <a:p>
            <a:pPr>
              <a:spcBef>
                <a:spcPts val="0"/>
              </a:spcBef>
            </a:pPr>
            <a:r>
              <a:rPr lang="en-GB" dirty="0"/>
              <a:t>Review of projects that investigated</a:t>
            </a:r>
          </a:p>
          <a:p>
            <a:pPr marL="0" indent="0">
              <a:spcBef>
                <a:spcPts val="0"/>
              </a:spcBef>
              <a:buNone/>
              <a:tabLst>
                <a:tab pos="361950" algn="l"/>
              </a:tabLst>
            </a:pPr>
            <a:r>
              <a:rPr lang="en-GB" dirty="0"/>
              <a:t> 	issues similar to your own project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00DB9-A23F-43BD-B7EF-862D750C72E7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41295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00DB9-A23F-43BD-B7EF-862D750C72E7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59338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Issues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00DB9-A23F-43BD-B7EF-862D750C72E7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2844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 of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00DB9-A23F-43BD-B7EF-862D750C72E7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4440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Diagrams</a:t>
            </a:r>
          </a:p>
          <a:p>
            <a:pPr lvl="1"/>
            <a:r>
              <a:rPr lang="en-GB" dirty="0"/>
              <a:t>Resolution of diagrams should be adequate i.e. lines should not be blurred, fonts should be easily readable</a:t>
            </a:r>
          </a:p>
          <a:p>
            <a:pPr lvl="1"/>
            <a:r>
              <a:rPr lang="en-GB" dirty="0"/>
              <a:t>Axes on graphs should have names and units</a:t>
            </a:r>
          </a:p>
          <a:p>
            <a:pPr lvl="1"/>
            <a:r>
              <a:rPr lang="en-GB" dirty="0"/>
              <a:t>Graphs should have legends</a:t>
            </a:r>
          </a:p>
          <a:p>
            <a:pPr lvl="1"/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00DB9-A23F-43BD-B7EF-862D750C72E7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2662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Lessons learnt</a:t>
            </a:r>
          </a:p>
          <a:p>
            <a:endParaRPr lang="en-GB" dirty="0"/>
          </a:p>
          <a:p>
            <a:r>
              <a:rPr lang="en-GB" dirty="0"/>
              <a:t>Reflection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00DB9-A23F-43BD-B7EF-862D750C72E7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48537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682" y="3131626"/>
            <a:ext cx="7500939" cy="647363"/>
          </a:xfrm>
        </p:spPr>
        <p:txBody>
          <a:bodyPr/>
          <a:lstStyle/>
          <a:p>
            <a:pPr algn="ctr"/>
            <a:r>
              <a:rPr lang="en-GB" sz="5400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173462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30746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Body text</a:t>
            </a:r>
          </a:p>
          <a:p>
            <a:r>
              <a:rPr lang="en-GB" dirty="0"/>
              <a:t>Body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00DB9-A23F-43BD-B7EF-862D750C72E7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59924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00DB9-A23F-43BD-B7EF-862D750C72E7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40529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Level 1</a:t>
            </a:r>
          </a:p>
          <a:p>
            <a:pPr lvl="1"/>
            <a:r>
              <a:rPr lang="en-GB" dirty="0"/>
              <a:t>Level 2</a:t>
            </a:r>
          </a:p>
          <a:p>
            <a:pPr lvl="1"/>
            <a:r>
              <a:rPr lang="en-GB" dirty="0"/>
              <a:t>Level 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00DB9-A23F-43BD-B7EF-862D750C72E7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94938792"/>
      </p:ext>
    </p:extLst>
  </p:cSld>
  <p:clrMapOvr>
    <a:masterClrMapping/>
  </p:clrMapOvr>
</p:sld>
</file>

<file path=ppt/theme/theme1.xml><?xml version="1.0" encoding="utf-8"?>
<a:theme xmlns:a="http://schemas.openxmlformats.org/drawingml/2006/main" name="Trinity_PPT_Calibri_Option1">
  <a:themeElements>
    <a:clrScheme name="Trinity College">
      <a:dk1>
        <a:sysClr val="windowText" lastClr="000000"/>
      </a:dk1>
      <a:lt1>
        <a:sysClr val="window" lastClr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Trinity Colleg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Trinity_PPT_Calibri_Option1</Template>
  <TotalTime>46</TotalTime>
  <Words>168</Words>
  <Application>Microsoft Office PowerPoint</Application>
  <PresentationFormat>On-screen Show (4:3)</PresentationFormat>
  <Paragraphs>53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Trinity_PPT_Calibri_Option1</vt:lpstr>
      <vt:lpstr>PowerPoint Presentation</vt:lpstr>
      <vt:lpstr>Overview</vt:lpstr>
      <vt:lpstr>Background &amp; Related Work</vt:lpstr>
      <vt:lpstr>Design</vt:lpstr>
      <vt:lpstr>Implementation Issues</vt:lpstr>
      <vt:lpstr>Demo of Project</vt:lpstr>
      <vt:lpstr>Evaluation</vt:lpstr>
      <vt:lpstr>Conclusions</vt:lpstr>
      <vt:lpstr>Questions ?</vt:lpstr>
      <vt:lpstr>Thank You</vt:lpstr>
      <vt:lpstr>Title</vt:lpstr>
      <vt:lpstr>Title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— Calibri Bold 26pt</dc:title>
  <dc:creator>Administrator</dc:creator>
  <cp:lastModifiedBy>Priyansh Nayak</cp:lastModifiedBy>
  <cp:revision>9</cp:revision>
  <cp:lastPrinted>2014-12-16T10:33:11Z</cp:lastPrinted>
  <dcterms:created xsi:type="dcterms:W3CDTF">2015-04-21T16:55:16Z</dcterms:created>
  <dcterms:modified xsi:type="dcterms:W3CDTF">2026-07-26T19:58:30Z</dcterms:modified>
</cp:coreProperties>
</file>