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2" r:id="rId7"/>
    <p:sldId id="263" r:id="rId8"/>
    <p:sldId id="265" r:id="rId9"/>
    <p:sldId id="273" r:id="rId10"/>
    <p:sldId id="275" r:id="rId11"/>
    <p:sldId id="268" r:id="rId12"/>
    <p:sldId id="274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F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57D4C-543F-449B-A1B6-CD4C1C7066D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9750AE-8DE6-4224-B542-0B5590070511}">
      <dgm:prSet custT="1"/>
      <dgm:spPr/>
      <dgm:t>
        <a:bodyPr/>
        <a:lstStyle/>
        <a:p>
          <a:r>
            <a:rPr lang="en-IN" sz="1600" b="1" dirty="0"/>
            <a:t>VR in Computer Science Education</a:t>
          </a:r>
          <a:br>
            <a:rPr lang="en-IN" sz="1600" dirty="0"/>
          </a:br>
          <a:r>
            <a:rPr lang="en-IN" sz="1600" dirty="0"/>
            <a:t>Research suggests that VR can make abstract and invisible processes more tangible through interaction, spatial representation, and guided exploration. Studies commonly report benefits in engagement, presence, and conceptual understanding.</a:t>
          </a:r>
          <a:br>
            <a:rPr lang="en-IN" sz="1400" dirty="0"/>
          </a:br>
          <a:r>
            <a:rPr lang="en-IN" sz="1400" i="1" dirty="0"/>
            <a:t>Pirker et al., 2020; Pirker et al., 2021; Agbo et al., 2021; Janani et al., 2026</a:t>
          </a:r>
          <a:endParaRPr lang="en-US" sz="1400" dirty="0"/>
        </a:p>
      </dgm:t>
    </dgm:pt>
    <dgm:pt modelId="{00696C3A-38F2-40F3-AE6F-192E5A8B1161}" type="parTrans" cxnId="{5B76AC3F-0CF6-40D0-A4A1-72E71CABDD20}">
      <dgm:prSet/>
      <dgm:spPr/>
      <dgm:t>
        <a:bodyPr/>
        <a:lstStyle/>
        <a:p>
          <a:endParaRPr lang="en-US"/>
        </a:p>
      </dgm:t>
    </dgm:pt>
    <dgm:pt modelId="{D6F7E87F-C638-4383-B277-605067DC2B2C}" type="sibTrans" cxnId="{5B76AC3F-0CF6-40D0-A4A1-72E71CABDD20}">
      <dgm:prSet/>
      <dgm:spPr/>
      <dgm:t>
        <a:bodyPr/>
        <a:lstStyle/>
        <a:p>
          <a:endParaRPr lang="en-US"/>
        </a:p>
      </dgm:t>
    </dgm:pt>
    <dgm:pt modelId="{505BCECC-F23B-47C8-B13A-1A92B79589D7}">
      <dgm:prSet custT="1"/>
      <dgm:spPr/>
      <dgm:t>
        <a:bodyPr/>
        <a:lstStyle/>
        <a:p>
          <a:r>
            <a:rPr lang="en-IN" sz="1600" b="1" dirty="0"/>
            <a:t>Computer Architecture Learning</a:t>
          </a:r>
          <a:br>
            <a:rPr lang="en-IN" sz="1600" dirty="0"/>
          </a:br>
          <a:r>
            <a:rPr lang="en-IN" sz="1600" dirty="0"/>
            <a:t>Previous systems have explored experiential learning, simulations, and serious games for teaching processor organisation and related concepts. However, this remains a relatively small area of research.</a:t>
          </a:r>
          <a:br>
            <a:rPr lang="en-IN" sz="1400" dirty="0"/>
          </a:br>
          <a:r>
            <a:rPr lang="en-US" sz="1400" i="1" dirty="0"/>
            <a:t>Dascalu et al., 2017; Tlili et al., 2016; Tan et al., 2023</a:t>
          </a:r>
          <a:endParaRPr lang="en-US" sz="1400" dirty="0"/>
        </a:p>
      </dgm:t>
    </dgm:pt>
    <dgm:pt modelId="{F876B53C-F8FE-4C59-9477-39BBD1606170}" type="parTrans" cxnId="{D87D0596-54D8-4E5B-B3FF-E1E8ED830D23}">
      <dgm:prSet/>
      <dgm:spPr/>
      <dgm:t>
        <a:bodyPr/>
        <a:lstStyle/>
        <a:p>
          <a:endParaRPr lang="en-US"/>
        </a:p>
      </dgm:t>
    </dgm:pt>
    <dgm:pt modelId="{EB80B5D4-A06F-4915-AB9F-2F64042498ED}" type="sibTrans" cxnId="{D87D0596-54D8-4E5B-B3FF-E1E8ED830D23}">
      <dgm:prSet/>
      <dgm:spPr/>
      <dgm:t>
        <a:bodyPr/>
        <a:lstStyle/>
        <a:p>
          <a:endParaRPr lang="en-US"/>
        </a:p>
      </dgm:t>
    </dgm:pt>
    <dgm:pt modelId="{116CBAD4-2370-4E17-B192-5EF85FDEA812}">
      <dgm:prSet custT="1"/>
      <dgm:spPr/>
      <dgm:t>
        <a:bodyPr/>
        <a:lstStyle/>
        <a:p>
          <a:r>
            <a:rPr lang="en-IN" sz="1600" b="1" dirty="0"/>
            <a:t>Lessons from Existing Work</a:t>
          </a:r>
          <a:br>
            <a:rPr lang="en-IN" sz="1600" dirty="0"/>
          </a:br>
          <a:r>
            <a:rPr lang="en-IN" sz="1600" dirty="0"/>
            <a:t>Immersion alone does not guarantee effective learning. Clear visualisation, intuitive interaction, appropriate guidance, and careful management of cognitive load remain essential.</a:t>
          </a:r>
          <a:br>
            <a:rPr lang="en-IN" sz="1400" dirty="0"/>
          </a:br>
          <a:r>
            <a:rPr lang="en-US" sz="1400" i="1" dirty="0"/>
            <a:t>Cook et al., 2019; Korkut &amp; Surer, 2023</a:t>
          </a:r>
          <a:endParaRPr lang="en-US" sz="1400" dirty="0"/>
        </a:p>
      </dgm:t>
    </dgm:pt>
    <dgm:pt modelId="{D601A7E7-4C4A-47D3-BB4B-DC77A473C1AB}" type="parTrans" cxnId="{33893345-FFD1-415C-BA00-F3BF2FCF4FCA}">
      <dgm:prSet/>
      <dgm:spPr/>
      <dgm:t>
        <a:bodyPr/>
        <a:lstStyle/>
        <a:p>
          <a:endParaRPr lang="en-US"/>
        </a:p>
      </dgm:t>
    </dgm:pt>
    <dgm:pt modelId="{D2BD3870-5BCD-45A8-BAFB-A5523A4E5322}" type="sibTrans" cxnId="{33893345-FFD1-415C-BA00-F3BF2FCF4FCA}">
      <dgm:prSet/>
      <dgm:spPr/>
      <dgm:t>
        <a:bodyPr/>
        <a:lstStyle/>
        <a:p>
          <a:endParaRPr lang="en-US"/>
        </a:p>
      </dgm:t>
    </dgm:pt>
    <dgm:pt modelId="{88EF1588-09BA-48D9-AEDF-0B42D2CE86DF}">
      <dgm:prSet custT="1"/>
      <dgm:spPr/>
      <dgm:t>
        <a:bodyPr/>
        <a:lstStyle/>
        <a:p>
          <a:r>
            <a:rPr lang="en-IN" sz="1600" b="1" dirty="0"/>
            <a:t>Remaining Gap</a:t>
          </a:r>
          <a:br>
            <a:rPr lang="en-IN" sz="1600" dirty="0"/>
          </a:br>
          <a:r>
            <a:rPr lang="en-US" sz="1600" dirty="0"/>
            <a:t>Existing research demonstrates the potential of VR for computer science education, but focused tools that help students trace instruction execution, data values, and control signals through a processor </a:t>
          </a:r>
          <a:r>
            <a:rPr lang="en-US" sz="1600" dirty="0" err="1"/>
            <a:t>datapath</a:t>
          </a:r>
          <a:r>
            <a:rPr lang="en-US" sz="1600" dirty="0"/>
            <a:t> remain limited. Many existing examples are proof-of-concept systems, broad investigations, or adjacent educational tools rather than structured experiences specifically designed around instruction execution.</a:t>
          </a:r>
        </a:p>
      </dgm:t>
    </dgm:pt>
    <dgm:pt modelId="{FAA6D639-40DC-4FAE-BC80-203DAFBAEFF5}" type="parTrans" cxnId="{4A1BD4F4-015E-481E-ACB6-4DAF38F499AD}">
      <dgm:prSet/>
      <dgm:spPr/>
      <dgm:t>
        <a:bodyPr/>
        <a:lstStyle/>
        <a:p>
          <a:endParaRPr lang="en-US"/>
        </a:p>
      </dgm:t>
    </dgm:pt>
    <dgm:pt modelId="{F0701790-E389-4EF0-B162-15C0A5E7C849}" type="sibTrans" cxnId="{4A1BD4F4-015E-481E-ACB6-4DAF38F499AD}">
      <dgm:prSet/>
      <dgm:spPr/>
      <dgm:t>
        <a:bodyPr/>
        <a:lstStyle/>
        <a:p>
          <a:endParaRPr lang="en-US"/>
        </a:p>
      </dgm:t>
    </dgm:pt>
    <dgm:pt modelId="{4055607D-241E-471E-985E-1B81A8B82DE3}" type="pres">
      <dgm:prSet presAssocID="{0B857D4C-543F-449B-A1B6-CD4C1C7066D9}" presName="vert0" presStyleCnt="0">
        <dgm:presLayoutVars>
          <dgm:dir/>
          <dgm:animOne val="branch"/>
          <dgm:animLvl val="lvl"/>
        </dgm:presLayoutVars>
      </dgm:prSet>
      <dgm:spPr/>
    </dgm:pt>
    <dgm:pt modelId="{E63F6A5E-A984-4E6C-A002-28B15EA61689}" type="pres">
      <dgm:prSet presAssocID="{DD9750AE-8DE6-4224-B542-0B5590070511}" presName="thickLine" presStyleLbl="alignNode1" presStyleIdx="0" presStyleCnt="4"/>
      <dgm:spPr/>
    </dgm:pt>
    <dgm:pt modelId="{82B19EF0-8184-41F8-A6E9-CAEE066058E0}" type="pres">
      <dgm:prSet presAssocID="{DD9750AE-8DE6-4224-B542-0B5590070511}" presName="horz1" presStyleCnt="0"/>
      <dgm:spPr/>
    </dgm:pt>
    <dgm:pt modelId="{B930AD9A-6131-41B8-9A49-B4372ABB1F75}" type="pres">
      <dgm:prSet presAssocID="{DD9750AE-8DE6-4224-B542-0B5590070511}" presName="tx1" presStyleLbl="revTx" presStyleIdx="0" presStyleCnt="4"/>
      <dgm:spPr/>
    </dgm:pt>
    <dgm:pt modelId="{2C66DB25-4779-4168-B7F1-D800A28C96F0}" type="pres">
      <dgm:prSet presAssocID="{DD9750AE-8DE6-4224-B542-0B5590070511}" presName="vert1" presStyleCnt="0"/>
      <dgm:spPr/>
    </dgm:pt>
    <dgm:pt modelId="{D1B44BAC-EA83-40AF-BACB-075EFB4EA624}" type="pres">
      <dgm:prSet presAssocID="{505BCECC-F23B-47C8-B13A-1A92B79589D7}" presName="thickLine" presStyleLbl="alignNode1" presStyleIdx="1" presStyleCnt="4"/>
      <dgm:spPr/>
    </dgm:pt>
    <dgm:pt modelId="{1FBF8C94-E47B-4309-ADB1-B329A920433C}" type="pres">
      <dgm:prSet presAssocID="{505BCECC-F23B-47C8-B13A-1A92B79589D7}" presName="horz1" presStyleCnt="0"/>
      <dgm:spPr/>
    </dgm:pt>
    <dgm:pt modelId="{81048DF3-E852-4379-A550-29911C3FC03E}" type="pres">
      <dgm:prSet presAssocID="{505BCECC-F23B-47C8-B13A-1A92B79589D7}" presName="tx1" presStyleLbl="revTx" presStyleIdx="1" presStyleCnt="4"/>
      <dgm:spPr/>
    </dgm:pt>
    <dgm:pt modelId="{9F9B5203-89A8-4D11-977E-0292976ACD0D}" type="pres">
      <dgm:prSet presAssocID="{505BCECC-F23B-47C8-B13A-1A92B79589D7}" presName="vert1" presStyleCnt="0"/>
      <dgm:spPr/>
    </dgm:pt>
    <dgm:pt modelId="{85AF648C-2909-4FA3-B883-C2C9066D4812}" type="pres">
      <dgm:prSet presAssocID="{116CBAD4-2370-4E17-B192-5EF85FDEA812}" presName="thickLine" presStyleLbl="alignNode1" presStyleIdx="2" presStyleCnt="4"/>
      <dgm:spPr/>
    </dgm:pt>
    <dgm:pt modelId="{ED2DFD07-387C-4950-9122-E6E3D4B29FC9}" type="pres">
      <dgm:prSet presAssocID="{116CBAD4-2370-4E17-B192-5EF85FDEA812}" presName="horz1" presStyleCnt="0"/>
      <dgm:spPr/>
    </dgm:pt>
    <dgm:pt modelId="{C13561D0-5E80-4E6C-A3B2-B8B4D3F7ACB5}" type="pres">
      <dgm:prSet presAssocID="{116CBAD4-2370-4E17-B192-5EF85FDEA812}" presName="tx1" presStyleLbl="revTx" presStyleIdx="2" presStyleCnt="4"/>
      <dgm:spPr/>
    </dgm:pt>
    <dgm:pt modelId="{D09D2B8F-7D95-4EF2-BE28-3A85E4F2A47A}" type="pres">
      <dgm:prSet presAssocID="{116CBAD4-2370-4E17-B192-5EF85FDEA812}" presName="vert1" presStyleCnt="0"/>
      <dgm:spPr/>
    </dgm:pt>
    <dgm:pt modelId="{8CC679A7-3C1F-4548-B35F-EDC1D28EFAA9}" type="pres">
      <dgm:prSet presAssocID="{88EF1588-09BA-48D9-AEDF-0B42D2CE86DF}" presName="thickLine" presStyleLbl="alignNode1" presStyleIdx="3" presStyleCnt="4"/>
      <dgm:spPr/>
    </dgm:pt>
    <dgm:pt modelId="{0AD10781-28EE-4ACC-8821-1490911A15C7}" type="pres">
      <dgm:prSet presAssocID="{88EF1588-09BA-48D9-AEDF-0B42D2CE86DF}" presName="horz1" presStyleCnt="0"/>
      <dgm:spPr/>
    </dgm:pt>
    <dgm:pt modelId="{4FC049B9-B500-45DA-91C8-8951C9EE9CD8}" type="pres">
      <dgm:prSet presAssocID="{88EF1588-09BA-48D9-AEDF-0B42D2CE86DF}" presName="tx1" presStyleLbl="revTx" presStyleIdx="3" presStyleCnt="4"/>
      <dgm:spPr/>
    </dgm:pt>
    <dgm:pt modelId="{5B1704BE-8AFE-49F5-AA1B-91B261B0E155}" type="pres">
      <dgm:prSet presAssocID="{88EF1588-09BA-48D9-AEDF-0B42D2CE86DF}" presName="vert1" presStyleCnt="0"/>
      <dgm:spPr/>
    </dgm:pt>
  </dgm:ptLst>
  <dgm:cxnLst>
    <dgm:cxn modelId="{3918ED37-BDB0-4EC9-BF54-BB56F5FB2EF4}" type="presOf" srcId="{0B857D4C-543F-449B-A1B6-CD4C1C7066D9}" destId="{4055607D-241E-471E-985E-1B81A8B82DE3}" srcOrd="0" destOrd="0" presId="urn:microsoft.com/office/officeart/2008/layout/LinedList"/>
    <dgm:cxn modelId="{5B76AC3F-0CF6-40D0-A4A1-72E71CABDD20}" srcId="{0B857D4C-543F-449B-A1B6-CD4C1C7066D9}" destId="{DD9750AE-8DE6-4224-B542-0B5590070511}" srcOrd="0" destOrd="0" parTransId="{00696C3A-38F2-40F3-AE6F-192E5A8B1161}" sibTransId="{D6F7E87F-C638-4383-B277-605067DC2B2C}"/>
    <dgm:cxn modelId="{33893345-FFD1-415C-BA00-F3BF2FCF4FCA}" srcId="{0B857D4C-543F-449B-A1B6-CD4C1C7066D9}" destId="{116CBAD4-2370-4E17-B192-5EF85FDEA812}" srcOrd="2" destOrd="0" parTransId="{D601A7E7-4C4A-47D3-BB4B-DC77A473C1AB}" sibTransId="{D2BD3870-5BCD-45A8-BAFB-A5523A4E5322}"/>
    <dgm:cxn modelId="{99E7A850-E68C-4D8C-ABFA-61E8D1A3CAD7}" type="presOf" srcId="{DD9750AE-8DE6-4224-B542-0B5590070511}" destId="{B930AD9A-6131-41B8-9A49-B4372ABB1F75}" srcOrd="0" destOrd="0" presId="urn:microsoft.com/office/officeart/2008/layout/LinedList"/>
    <dgm:cxn modelId="{619A6875-7103-49A8-9DDC-7AB69BEDBE7F}" type="presOf" srcId="{88EF1588-09BA-48D9-AEDF-0B42D2CE86DF}" destId="{4FC049B9-B500-45DA-91C8-8951C9EE9CD8}" srcOrd="0" destOrd="0" presId="urn:microsoft.com/office/officeart/2008/layout/LinedList"/>
    <dgm:cxn modelId="{D87D0596-54D8-4E5B-B3FF-E1E8ED830D23}" srcId="{0B857D4C-543F-449B-A1B6-CD4C1C7066D9}" destId="{505BCECC-F23B-47C8-B13A-1A92B79589D7}" srcOrd="1" destOrd="0" parTransId="{F876B53C-F8FE-4C59-9477-39BBD1606170}" sibTransId="{EB80B5D4-A06F-4915-AB9F-2F64042498ED}"/>
    <dgm:cxn modelId="{A4558CA3-D144-4068-BAD5-F5A2A7F08201}" type="presOf" srcId="{116CBAD4-2370-4E17-B192-5EF85FDEA812}" destId="{C13561D0-5E80-4E6C-A3B2-B8B4D3F7ACB5}" srcOrd="0" destOrd="0" presId="urn:microsoft.com/office/officeart/2008/layout/LinedList"/>
    <dgm:cxn modelId="{8D829DC6-A056-4624-B488-EF45E0F55EB5}" type="presOf" srcId="{505BCECC-F23B-47C8-B13A-1A92B79589D7}" destId="{81048DF3-E852-4379-A550-29911C3FC03E}" srcOrd="0" destOrd="0" presId="urn:microsoft.com/office/officeart/2008/layout/LinedList"/>
    <dgm:cxn modelId="{4A1BD4F4-015E-481E-ACB6-4DAF38F499AD}" srcId="{0B857D4C-543F-449B-A1B6-CD4C1C7066D9}" destId="{88EF1588-09BA-48D9-AEDF-0B42D2CE86DF}" srcOrd="3" destOrd="0" parTransId="{FAA6D639-40DC-4FAE-BC80-203DAFBAEFF5}" sibTransId="{F0701790-E389-4EF0-B162-15C0A5E7C849}"/>
    <dgm:cxn modelId="{489D3CC3-4CED-4CA5-A6C3-CC26C8C47143}" type="presParOf" srcId="{4055607D-241E-471E-985E-1B81A8B82DE3}" destId="{E63F6A5E-A984-4E6C-A002-28B15EA61689}" srcOrd="0" destOrd="0" presId="urn:microsoft.com/office/officeart/2008/layout/LinedList"/>
    <dgm:cxn modelId="{E11FB50B-EEFD-4919-A16D-732251787FD7}" type="presParOf" srcId="{4055607D-241E-471E-985E-1B81A8B82DE3}" destId="{82B19EF0-8184-41F8-A6E9-CAEE066058E0}" srcOrd="1" destOrd="0" presId="urn:microsoft.com/office/officeart/2008/layout/LinedList"/>
    <dgm:cxn modelId="{84EA47D6-0405-4203-AEC3-9773F6238D8E}" type="presParOf" srcId="{82B19EF0-8184-41F8-A6E9-CAEE066058E0}" destId="{B930AD9A-6131-41B8-9A49-B4372ABB1F75}" srcOrd="0" destOrd="0" presId="urn:microsoft.com/office/officeart/2008/layout/LinedList"/>
    <dgm:cxn modelId="{03BC3EC9-F85A-498F-8C81-E7F70889FF45}" type="presParOf" srcId="{82B19EF0-8184-41F8-A6E9-CAEE066058E0}" destId="{2C66DB25-4779-4168-B7F1-D800A28C96F0}" srcOrd="1" destOrd="0" presId="urn:microsoft.com/office/officeart/2008/layout/LinedList"/>
    <dgm:cxn modelId="{AA179A18-07DE-45B2-B4C8-10EF2D13227A}" type="presParOf" srcId="{4055607D-241E-471E-985E-1B81A8B82DE3}" destId="{D1B44BAC-EA83-40AF-BACB-075EFB4EA624}" srcOrd="2" destOrd="0" presId="urn:microsoft.com/office/officeart/2008/layout/LinedList"/>
    <dgm:cxn modelId="{C52DAF55-79B4-462A-86AA-DA5CDF212065}" type="presParOf" srcId="{4055607D-241E-471E-985E-1B81A8B82DE3}" destId="{1FBF8C94-E47B-4309-ADB1-B329A920433C}" srcOrd="3" destOrd="0" presId="urn:microsoft.com/office/officeart/2008/layout/LinedList"/>
    <dgm:cxn modelId="{BE0FC5FD-7645-4131-A72A-93C6D90A73E8}" type="presParOf" srcId="{1FBF8C94-E47B-4309-ADB1-B329A920433C}" destId="{81048DF3-E852-4379-A550-29911C3FC03E}" srcOrd="0" destOrd="0" presId="urn:microsoft.com/office/officeart/2008/layout/LinedList"/>
    <dgm:cxn modelId="{367E4E97-D8BE-4EC9-9966-45E82FC1D297}" type="presParOf" srcId="{1FBF8C94-E47B-4309-ADB1-B329A920433C}" destId="{9F9B5203-89A8-4D11-977E-0292976ACD0D}" srcOrd="1" destOrd="0" presId="urn:microsoft.com/office/officeart/2008/layout/LinedList"/>
    <dgm:cxn modelId="{CF63A801-860C-4B06-BC79-C14143B36EE8}" type="presParOf" srcId="{4055607D-241E-471E-985E-1B81A8B82DE3}" destId="{85AF648C-2909-4FA3-B883-C2C9066D4812}" srcOrd="4" destOrd="0" presId="urn:microsoft.com/office/officeart/2008/layout/LinedList"/>
    <dgm:cxn modelId="{0D75BA9C-6DEB-448D-845A-423A74EE8266}" type="presParOf" srcId="{4055607D-241E-471E-985E-1B81A8B82DE3}" destId="{ED2DFD07-387C-4950-9122-E6E3D4B29FC9}" srcOrd="5" destOrd="0" presId="urn:microsoft.com/office/officeart/2008/layout/LinedList"/>
    <dgm:cxn modelId="{B2A675E0-D709-4FC7-ADE4-395C01801714}" type="presParOf" srcId="{ED2DFD07-387C-4950-9122-E6E3D4B29FC9}" destId="{C13561D0-5E80-4E6C-A3B2-B8B4D3F7ACB5}" srcOrd="0" destOrd="0" presId="urn:microsoft.com/office/officeart/2008/layout/LinedList"/>
    <dgm:cxn modelId="{F275B1D8-533B-4607-81BE-E9C27A42E6C0}" type="presParOf" srcId="{ED2DFD07-387C-4950-9122-E6E3D4B29FC9}" destId="{D09D2B8F-7D95-4EF2-BE28-3A85E4F2A47A}" srcOrd="1" destOrd="0" presId="urn:microsoft.com/office/officeart/2008/layout/LinedList"/>
    <dgm:cxn modelId="{9F47EC7C-1903-46C6-9844-962461D3E5BE}" type="presParOf" srcId="{4055607D-241E-471E-985E-1B81A8B82DE3}" destId="{8CC679A7-3C1F-4548-B35F-EDC1D28EFAA9}" srcOrd="6" destOrd="0" presId="urn:microsoft.com/office/officeart/2008/layout/LinedList"/>
    <dgm:cxn modelId="{E5C6BEAC-5E8B-4394-B584-3D3784AD2BF7}" type="presParOf" srcId="{4055607D-241E-471E-985E-1B81A8B82DE3}" destId="{0AD10781-28EE-4ACC-8821-1490911A15C7}" srcOrd="7" destOrd="0" presId="urn:microsoft.com/office/officeart/2008/layout/LinedList"/>
    <dgm:cxn modelId="{AF59258B-6A77-4F47-9534-95AD4DD66374}" type="presParOf" srcId="{0AD10781-28EE-4ACC-8821-1490911A15C7}" destId="{4FC049B9-B500-45DA-91C8-8951C9EE9CD8}" srcOrd="0" destOrd="0" presId="urn:microsoft.com/office/officeart/2008/layout/LinedList"/>
    <dgm:cxn modelId="{0F53C672-405B-4778-A1B9-C316113BE58D}" type="presParOf" srcId="{0AD10781-28EE-4ACC-8821-1490911A15C7}" destId="{5B1704BE-8AFE-49F5-AA1B-91B261B0E1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44CBAE-F560-440C-9772-17217996D8CF}" type="doc">
      <dgm:prSet loTypeId="urn:microsoft.com/office/officeart/2005/8/layout/process4" loCatId="process" qsTypeId="urn:microsoft.com/office/officeart/2005/8/quickstyle/simple2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00C980B-44F4-4E14-82E0-E44899D98B64}">
      <dgm:prSet/>
      <dgm:spPr/>
      <dgm:t>
        <a:bodyPr/>
        <a:lstStyle/>
        <a:p>
          <a:r>
            <a:rPr lang="en-US" b="1"/>
            <a:t>Learning Mode</a:t>
          </a:r>
          <a:endParaRPr lang="en-US"/>
        </a:p>
      </dgm:t>
    </dgm:pt>
    <dgm:pt modelId="{9F85AD8A-1289-4C8F-AD6B-44118D13B6EB}" type="parTrans" cxnId="{58EF98E7-ECFD-43E8-9C36-D786358565D2}">
      <dgm:prSet/>
      <dgm:spPr/>
      <dgm:t>
        <a:bodyPr/>
        <a:lstStyle/>
        <a:p>
          <a:endParaRPr lang="en-US"/>
        </a:p>
      </dgm:t>
    </dgm:pt>
    <dgm:pt modelId="{39A524CE-5703-4662-8CE6-C46E18168FB5}" type="sibTrans" cxnId="{58EF98E7-ECFD-43E8-9C36-D786358565D2}">
      <dgm:prSet/>
      <dgm:spPr/>
      <dgm:t>
        <a:bodyPr/>
        <a:lstStyle/>
        <a:p>
          <a:endParaRPr lang="en-US"/>
        </a:p>
      </dgm:t>
    </dgm:pt>
    <dgm:pt modelId="{2A79BE68-7216-4B28-BA1D-C50684FCE320}">
      <dgm:prSet/>
      <dgm:spPr/>
      <dgm:t>
        <a:bodyPr/>
        <a:lstStyle/>
        <a:p>
          <a:r>
            <a:rPr lang="en-US"/>
            <a:t>Guided instruction walkthroughs</a:t>
          </a:r>
        </a:p>
      </dgm:t>
    </dgm:pt>
    <dgm:pt modelId="{7528633C-4987-4F62-B885-E6600C14A3E7}" type="parTrans" cxnId="{99374E07-1FFD-4710-B1C1-13AD66305964}">
      <dgm:prSet/>
      <dgm:spPr/>
      <dgm:t>
        <a:bodyPr/>
        <a:lstStyle/>
        <a:p>
          <a:endParaRPr lang="en-US"/>
        </a:p>
      </dgm:t>
    </dgm:pt>
    <dgm:pt modelId="{B25256CA-2199-4CE6-A7EC-283C1558CD2C}" type="sibTrans" cxnId="{99374E07-1FFD-4710-B1C1-13AD66305964}">
      <dgm:prSet/>
      <dgm:spPr/>
      <dgm:t>
        <a:bodyPr/>
        <a:lstStyle/>
        <a:p>
          <a:endParaRPr lang="en-US"/>
        </a:p>
      </dgm:t>
    </dgm:pt>
    <dgm:pt modelId="{09B1D2D2-1C35-4B21-828C-62E68D1702DF}">
      <dgm:prSet/>
      <dgm:spPr/>
      <dgm:t>
        <a:bodyPr/>
        <a:lstStyle/>
        <a:p>
          <a:r>
            <a:rPr lang="en-US" dirty="0"/>
            <a:t>Explicit prompts and explanatory scaffolding</a:t>
          </a:r>
        </a:p>
      </dgm:t>
    </dgm:pt>
    <dgm:pt modelId="{726FC1EB-F720-42E2-80B5-8DEAB0DBE5A6}" type="parTrans" cxnId="{7DD9381D-58BD-4E0C-922F-CF4FFBCEA954}">
      <dgm:prSet/>
      <dgm:spPr/>
      <dgm:t>
        <a:bodyPr/>
        <a:lstStyle/>
        <a:p>
          <a:endParaRPr lang="en-US"/>
        </a:p>
      </dgm:t>
    </dgm:pt>
    <dgm:pt modelId="{A02B566E-DBA7-4C40-AEBA-A7DBD0E97E35}" type="sibTrans" cxnId="{7DD9381D-58BD-4E0C-922F-CF4FFBCEA954}">
      <dgm:prSet/>
      <dgm:spPr/>
      <dgm:t>
        <a:bodyPr/>
        <a:lstStyle/>
        <a:p>
          <a:endParaRPr lang="en-US"/>
        </a:p>
      </dgm:t>
    </dgm:pt>
    <dgm:pt modelId="{1DD6216E-BF52-46C7-8987-238327830374}">
      <dgm:prSet/>
      <dgm:spPr/>
      <dgm:t>
        <a:bodyPr/>
        <a:lstStyle/>
        <a:p>
          <a:r>
            <a:rPr lang="en-US"/>
            <a:t>Immediate corrective feedback</a:t>
          </a:r>
        </a:p>
      </dgm:t>
    </dgm:pt>
    <dgm:pt modelId="{3C6FEE56-30EA-457F-8FCB-0D42713ED2C8}" type="parTrans" cxnId="{05E97250-E8ED-4F0D-9669-BFD96D480EDD}">
      <dgm:prSet/>
      <dgm:spPr/>
      <dgm:t>
        <a:bodyPr/>
        <a:lstStyle/>
        <a:p>
          <a:endParaRPr lang="en-US"/>
        </a:p>
      </dgm:t>
    </dgm:pt>
    <dgm:pt modelId="{A4776D9E-D6D9-45A4-85C9-478575CA1459}" type="sibTrans" cxnId="{05E97250-E8ED-4F0D-9669-BFD96D480EDD}">
      <dgm:prSet/>
      <dgm:spPr/>
      <dgm:t>
        <a:bodyPr/>
        <a:lstStyle/>
        <a:p>
          <a:endParaRPr lang="en-US"/>
        </a:p>
      </dgm:t>
    </dgm:pt>
    <dgm:pt modelId="{A53E8F9E-0658-4E6C-A465-AA7F91AF7197}">
      <dgm:prSet/>
      <dgm:spPr/>
      <dgm:t>
        <a:bodyPr/>
        <a:lstStyle/>
        <a:p>
          <a:r>
            <a:rPr lang="en-US" b="1"/>
            <a:t>Practice Mode</a:t>
          </a:r>
          <a:endParaRPr lang="en-US"/>
        </a:p>
      </dgm:t>
    </dgm:pt>
    <dgm:pt modelId="{F0E9E48E-BF1C-43BD-8D96-589B1B048825}" type="parTrans" cxnId="{9B8C4E5C-78AA-4C84-883D-DAFCE7199049}">
      <dgm:prSet/>
      <dgm:spPr/>
      <dgm:t>
        <a:bodyPr/>
        <a:lstStyle/>
        <a:p>
          <a:endParaRPr lang="en-US"/>
        </a:p>
      </dgm:t>
    </dgm:pt>
    <dgm:pt modelId="{037F9EB9-5E89-4F3F-9E26-B5C0D341AF84}" type="sibTrans" cxnId="{9B8C4E5C-78AA-4C84-883D-DAFCE7199049}">
      <dgm:prSet/>
      <dgm:spPr/>
      <dgm:t>
        <a:bodyPr/>
        <a:lstStyle/>
        <a:p>
          <a:endParaRPr lang="en-US"/>
        </a:p>
      </dgm:t>
    </dgm:pt>
    <dgm:pt modelId="{A21A23E0-A615-48EA-A6DB-AD476BC86BE6}">
      <dgm:prSet/>
      <dgm:spPr/>
      <dgm:t>
        <a:bodyPr/>
        <a:lstStyle/>
        <a:p>
          <a:r>
            <a:rPr lang="en-US"/>
            <a:t>Reduced guidance</a:t>
          </a:r>
        </a:p>
      </dgm:t>
    </dgm:pt>
    <dgm:pt modelId="{06236CF1-F625-40FD-8F19-C607B334C2C7}" type="parTrans" cxnId="{47F0D7AE-BBE0-4425-B5A9-71594EF43014}">
      <dgm:prSet/>
      <dgm:spPr/>
      <dgm:t>
        <a:bodyPr/>
        <a:lstStyle/>
        <a:p>
          <a:endParaRPr lang="en-US"/>
        </a:p>
      </dgm:t>
    </dgm:pt>
    <dgm:pt modelId="{2E0CB522-CA36-4B1B-8921-C6E3193B3B67}" type="sibTrans" cxnId="{47F0D7AE-BBE0-4425-B5A9-71594EF43014}">
      <dgm:prSet/>
      <dgm:spPr/>
      <dgm:t>
        <a:bodyPr/>
        <a:lstStyle/>
        <a:p>
          <a:endParaRPr lang="en-US"/>
        </a:p>
      </dgm:t>
    </dgm:pt>
    <dgm:pt modelId="{A4E616B4-AA7D-494F-9FF6-CF51B3325D26}">
      <dgm:prSet/>
      <dgm:spPr/>
      <dgm:t>
        <a:bodyPr/>
        <a:lstStyle/>
        <a:p>
          <a:r>
            <a:rPr lang="en-US"/>
            <a:t>Learner must decode the instruction independently</a:t>
          </a:r>
        </a:p>
      </dgm:t>
    </dgm:pt>
    <dgm:pt modelId="{57BA982B-BCF8-4782-8DB5-9EC490AB38C9}" type="parTrans" cxnId="{DC49E536-E72A-4CA0-B2F9-E3F4DD9D7772}">
      <dgm:prSet/>
      <dgm:spPr/>
      <dgm:t>
        <a:bodyPr/>
        <a:lstStyle/>
        <a:p>
          <a:endParaRPr lang="en-US"/>
        </a:p>
      </dgm:t>
    </dgm:pt>
    <dgm:pt modelId="{A0A57D32-8259-42B3-8CE8-5A173E1EF2A0}" type="sibTrans" cxnId="{DC49E536-E72A-4CA0-B2F9-E3F4DD9D7772}">
      <dgm:prSet/>
      <dgm:spPr/>
      <dgm:t>
        <a:bodyPr/>
        <a:lstStyle/>
        <a:p>
          <a:endParaRPr lang="en-US"/>
        </a:p>
      </dgm:t>
    </dgm:pt>
    <dgm:pt modelId="{565AF0ED-A496-4406-87BB-C0D4C244A586}">
      <dgm:prSet/>
      <dgm:spPr/>
      <dgm:t>
        <a:bodyPr/>
        <a:lstStyle/>
        <a:p>
          <a:r>
            <a:rPr lang="en-US"/>
            <a:t>Limited hints and limited attempts</a:t>
          </a:r>
        </a:p>
      </dgm:t>
    </dgm:pt>
    <dgm:pt modelId="{EFDCF485-6F96-4E9D-89FE-DC2314751EC5}" type="parTrans" cxnId="{CB335DF2-1A48-46F9-93EC-30489A4D333F}">
      <dgm:prSet/>
      <dgm:spPr/>
      <dgm:t>
        <a:bodyPr/>
        <a:lstStyle/>
        <a:p>
          <a:endParaRPr lang="en-US"/>
        </a:p>
      </dgm:t>
    </dgm:pt>
    <dgm:pt modelId="{0DCA50D5-71D8-42CA-B8C8-BDF162BF946D}" type="sibTrans" cxnId="{CB335DF2-1A48-46F9-93EC-30489A4D333F}">
      <dgm:prSet/>
      <dgm:spPr/>
      <dgm:t>
        <a:bodyPr/>
        <a:lstStyle/>
        <a:p>
          <a:endParaRPr lang="en-US"/>
        </a:p>
      </dgm:t>
    </dgm:pt>
    <dgm:pt modelId="{063DC86B-7E5C-44A3-BD16-8E9E3F9C106A}">
      <dgm:prSet/>
      <dgm:spPr/>
      <dgm:t>
        <a:bodyPr/>
        <a:lstStyle/>
        <a:p>
          <a:r>
            <a:rPr lang="en-US" b="1"/>
            <a:t>Test Mode</a:t>
          </a:r>
          <a:endParaRPr lang="en-US"/>
        </a:p>
      </dgm:t>
    </dgm:pt>
    <dgm:pt modelId="{1CD45304-1FEE-4ABD-984F-C4EAAF4F3E5D}" type="parTrans" cxnId="{22A6236E-1EBF-4F1A-B9AD-14152C534CCB}">
      <dgm:prSet/>
      <dgm:spPr/>
      <dgm:t>
        <a:bodyPr/>
        <a:lstStyle/>
        <a:p>
          <a:endParaRPr lang="en-US"/>
        </a:p>
      </dgm:t>
    </dgm:pt>
    <dgm:pt modelId="{1421E449-0B56-4297-8105-D23E67E36BB7}" type="sibTrans" cxnId="{22A6236E-1EBF-4F1A-B9AD-14152C534CCB}">
      <dgm:prSet/>
      <dgm:spPr/>
      <dgm:t>
        <a:bodyPr/>
        <a:lstStyle/>
        <a:p>
          <a:endParaRPr lang="en-US"/>
        </a:p>
      </dgm:t>
    </dgm:pt>
    <dgm:pt modelId="{02B63A65-D142-4DAB-B08D-0F6DCC321631}">
      <dgm:prSet/>
      <dgm:spPr/>
      <dgm:t>
        <a:bodyPr/>
        <a:lstStyle/>
        <a:p>
          <a:r>
            <a:rPr lang="en-US"/>
            <a:t>No lesson panel or hint panel</a:t>
          </a:r>
        </a:p>
      </dgm:t>
    </dgm:pt>
    <dgm:pt modelId="{830783D4-02CE-409B-B5D2-F67380E2CD8A}" type="parTrans" cxnId="{E319536C-3FF5-4609-A023-6D5F34B89BB1}">
      <dgm:prSet/>
      <dgm:spPr/>
      <dgm:t>
        <a:bodyPr/>
        <a:lstStyle/>
        <a:p>
          <a:endParaRPr lang="en-US"/>
        </a:p>
      </dgm:t>
    </dgm:pt>
    <dgm:pt modelId="{1B890C32-375E-472C-B97C-1F0A73F96DFE}" type="sibTrans" cxnId="{E319536C-3FF5-4609-A023-6D5F34B89BB1}">
      <dgm:prSet/>
      <dgm:spPr/>
      <dgm:t>
        <a:bodyPr/>
        <a:lstStyle/>
        <a:p>
          <a:endParaRPr lang="en-US"/>
        </a:p>
      </dgm:t>
    </dgm:pt>
    <dgm:pt modelId="{DAAB6CA7-39AA-46E3-B836-7B727CF5774C}">
      <dgm:prSet/>
      <dgm:spPr/>
      <dgm:t>
        <a:bodyPr/>
        <a:lstStyle/>
        <a:p>
          <a:r>
            <a:rPr lang="en-US"/>
            <a:t>Minimal tolerance for mistakes</a:t>
          </a:r>
        </a:p>
      </dgm:t>
    </dgm:pt>
    <dgm:pt modelId="{FA4908A3-4482-42D0-AB43-283B0D072E14}" type="parTrans" cxnId="{801BA37F-D27F-4D20-B55C-0BAB2A8D8BDA}">
      <dgm:prSet/>
      <dgm:spPr/>
      <dgm:t>
        <a:bodyPr/>
        <a:lstStyle/>
        <a:p>
          <a:endParaRPr lang="en-US"/>
        </a:p>
      </dgm:t>
    </dgm:pt>
    <dgm:pt modelId="{EA4B78DD-C952-4BB0-8A47-4D5859F756A3}" type="sibTrans" cxnId="{801BA37F-D27F-4D20-B55C-0BAB2A8D8BDA}">
      <dgm:prSet/>
      <dgm:spPr/>
      <dgm:t>
        <a:bodyPr/>
        <a:lstStyle/>
        <a:p>
          <a:endParaRPr lang="en-US"/>
        </a:p>
      </dgm:t>
    </dgm:pt>
    <dgm:pt modelId="{DA86E7B6-03F1-4DE2-A1AB-1D3246B588F5}">
      <dgm:prSet/>
      <dgm:spPr/>
      <dgm:t>
        <a:bodyPr/>
        <a:lstStyle/>
        <a:p>
          <a:r>
            <a:rPr lang="en-US"/>
            <a:t>Functions as the strict assessment version of the same lesson flow</a:t>
          </a:r>
        </a:p>
      </dgm:t>
    </dgm:pt>
    <dgm:pt modelId="{444DF9DD-873D-48CC-9896-CBCF1AEA3ADB}" type="parTrans" cxnId="{A28CB284-28FB-42AC-871F-3616AAA632BF}">
      <dgm:prSet/>
      <dgm:spPr/>
      <dgm:t>
        <a:bodyPr/>
        <a:lstStyle/>
        <a:p>
          <a:endParaRPr lang="en-US"/>
        </a:p>
      </dgm:t>
    </dgm:pt>
    <dgm:pt modelId="{DF4F4F53-3792-4851-ADC3-8BFFD5D029D4}" type="sibTrans" cxnId="{A28CB284-28FB-42AC-871F-3616AAA632BF}">
      <dgm:prSet/>
      <dgm:spPr/>
      <dgm:t>
        <a:bodyPr/>
        <a:lstStyle/>
        <a:p>
          <a:endParaRPr lang="en-US"/>
        </a:p>
      </dgm:t>
    </dgm:pt>
    <dgm:pt modelId="{FA610BE1-EB87-484B-A97B-B1ABF2D99E2E}" type="pres">
      <dgm:prSet presAssocID="{3E44CBAE-F560-440C-9772-17217996D8CF}" presName="Name0" presStyleCnt="0">
        <dgm:presLayoutVars>
          <dgm:dir/>
          <dgm:animLvl val="lvl"/>
          <dgm:resizeHandles val="exact"/>
        </dgm:presLayoutVars>
      </dgm:prSet>
      <dgm:spPr/>
    </dgm:pt>
    <dgm:pt modelId="{C279718A-41D1-4C36-BE6C-A441748AB147}" type="pres">
      <dgm:prSet presAssocID="{063DC86B-7E5C-44A3-BD16-8E9E3F9C106A}" presName="boxAndChildren" presStyleCnt="0"/>
      <dgm:spPr/>
    </dgm:pt>
    <dgm:pt modelId="{BBAEAD61-3D51-4D17-9704-918685312982}" type="pres">
      <dgm:prSet presAssocID="{063DC86B-7E5C-44A3-BD16-8E9E3F9C106A}" presName="parentTextBox" presStyleLbl="node1" presStyleIdx="0" presStyleCnt="3"/>
      <dgm:spPr/>
    </dgm:pt>
    <dgm:pt modelId="{F17425B2-F9BC-4A1C-B394-7571CBAC09CB}" type="pres">
      <dgm:prSet presAssocID="{063DC86B-7E5C-44A3-BD16-8E9E3F9C106A}" presName="entireBox" presStyleLbl="node1" presStyleIdx="0" presStyleCnt="3"/>
      <dgm:spPr/>
    </dgm:pt>
    <dgm:pt modelId="{B5AA1C84-4AA6-4273-A99F-8F9F4F3755EF}" type="pres">
      <dgm:prSet presAssocID="{063DC86B-7E5C-44A3-BD16-8E9E3F9C106A}" presName="descendantBox" presStyleCnt="0"/>
      <dgm:spPr/>
    </dgm:pt>
    <dgm:pt modelId="{C06EEDF8-3F9C-4901-98C4-1509C4CF4D9A}" type="pres">
      <dgm:prSet presAssocID="{02B63A65-D142-4DAB-B08D-0F6DCC321631}" presName="childTextBox" presStyleLbl="fgAccFollowNode1" presStyleIdx="0" presStyleCnt="9">
        <dgm:presLayoutVars>
          <dgm:bulletEnabled val="1"/>
        </dgm:presLayoutVars>
      </dgm:prSet>
      <dgm:spPr/>
    </dgm:pt>
    <dgm:pt modelId="{563B52A1-268D-431B-A69D-899A194B7568}" type="pres">
      <dgm:prSet presAssocID="{DAAB6CA7-39AA-46E3-B836-7B727CF5774C}" presName="childTextBox" presStyleLbl="fgAccFollowNode1" presStyleIdx="1" presStyleCnt="9">
        <dgm:presLayoutVars>
          <dgm:bulletEnabled val="1"/>
        </dgm:presLayoutVars>
      </dgm:prSet>
      <dgm:spPr/>
    </dgm:pt>
    <dgm:pt modelId="{6959959B-2BEF-48B7-AB36-EC5F04E36053}" type="pres">
      <dgm:prSet presAssocID="{DA86E7B6-03F1-4DE2-A1AB-1D3246B588F5}" presName="childTextBox" presStyleLbl="fgAccFollowNode1" presStyleIdx="2" presStyleCnt="9">
        <dgm:presLayoutVars>
          <dgm:bulletEnabled val="1"/>
        </dgm:presLayoutVars>
      </dgm:prSet>
      <dgm:spPr/>
    </dgm:pt>
    <dgm:pt modelId="{0B1A727D-54AF-44F8-9538-F43EA741E539}" type="pres">
      <dgm:prSet presAssocID="{037F9EB9-5E89-4F3F-9E26-B5C0D341AF84}" presName="sp" presStyleCnt="0"/>
      <dgm:spPr/>
    </dgm:pt>
    <dgm:pt modelId="{5C2EA84D-1E97-4DD0-8DAB-3ED37D0024E1}" type="pres">
      <dgm:prSet presAssocID="{A53E8F9E-0658-4E6C-A465-AA7F91AF7197}" presName="arrowAndChildren" presStyleCnt="0"/>
      <dgm:spPr/>
    </dgm:pt>
    <dgm:pt modelId="{6C73386E-11ED-4B3A-8679-7167083940C1}" type="pres">
      <dgm:prSet presAssocID="{A53E8F9E-0658-4E6C-A465-AA7F91AF7197}" presName="parentTextArrow" presStyleLbl="node1" presStyleIdx="0" presStyleCnt="3"/>
      <dgm:spPr/>
    </dgm:pt>
    <dgm:pt modelId="{48462870-6142-4604-820B-B2C513AA2258}" type="pres">
      <dgm:prSet presAssocID="{A53E8F9E-0658-4E6C-A465-AA7F91AF7197}" presName="arrow" presStyleLbl="node1" presStyleIdx="1" presStyleCnt="3"/>
      <dgm:spPr/>
    </dgm:pt>
    <dgm:pt modelId="{A9D6680C-22FD-40D8-A21E-6B8FEED8B6E9}" type="pres">
      <dgm:prSet presAssocID="{A53E8F9E-0658-4E6C-A465-AA7F91AF7197}" presName="descendantArrow" presStyleCnt="0"/>
      <dgm:spPr/>
    </dgm:pt>
    <dgm:pt modelId="{3DBECBB6-9D9E-4075-8F8F-55DBEF7F05E8}" type="pres">
      <dgm:prSet presAssocID="{A21A23E0-A615-48EA-A6DB-AD476BC86BE6}" presName="childTextArrow" presStyleLbl="fgAccFollowNode1" presStyleIdx="3" presStyleCnt="9">
        <dgm:presLayoutVars>
          <dgm:bulletEnabled val="1"/>
        </dgm:presLayoutVars>
      </dgm:prSet>
      <dgm:spPr/>
    </dgm:pt>
    <dgm:pt modelId="{FA16532B-07EA-492E-98A1-DD347B5434C4}" type="pres">
      <dgm:prSet presAssocID="{A4E616B4-AA7D-494F-9FF6-CF51B3325D26}" presName="childTextArrow" presStyleLbl="fgAccFollowNode1" presStyleIdx="4" presStyleCnt="9">
        <dgm:presLayoutVars>
          <dgm:bulletEnabled val="1"/>
        </dgm:presLayoutVars>
      </dgm:prSet>
      <dgm:spPr/>
    </dgm:pt>
    <dgm:pt modelId="{C920FD06-8BD9-4623-BD8C-0A78F21ED4FF}" type="pres">
      <dgm:prSet presAssocID="{565AF0ED-A496-4406-87BB-C0D4C244A586}" presName="childTextArrow" presStyleLbl="fgAccFollowNode1" presStyleIdx="5" presStyleCnt="9">
        <dgm:presLayoutVars>
          <dgm:bulletEnabled val="1"/>
        </dgm:presLayoutVars>
      </dgm:prSet>
      <dgm:spPr/>
    </dgm:pt>
    <dgm:pt modelId="{9415FD69-7D3D-4BAF-A2A6-8D7F1461B597}" type="pres">
      <dgm:prSet presAssocID="{39A524CE-5703-4662-8CE6-C46E18168FB5}" presName="sp" presStyleCnt="0"/>
      <dgm:spPr/>
    </dgm:pt>
    <dgm:pt modelId="{552EA814-431D-4A19-9401-39E77443DE70}" type="pres">
      <dgm:prSet presAssocID="{500C980B-44F4-4E14-82E0-E44899D98B64}" presName="arrowAndChildren" presStyleCnt="0"/>
      <dgm:spPr/>
    </dgm:pt>
    <dgm:pt modelId="{219AF1E6-D64E-465F-96BA-49DC55C1CB6D}" type="pres">
      <dgm:prSet presAssocID="{500C980B-44F4-4E14-82E0-E44899D98B64}" presName="parentTextArrow" presStyleLbl="node1" presStyleIdx="1" presStyleCnt="3"/>
      <dgm:spPr/>
    </dgm:pt>
    <dgm:pt modelId="{84C3D93E-2673-43F2-8223-0ED71784B9EB}" type="pres">
      <dgm:prSet presAssocID="{500C980B-44F4-4E14-82E0-E44899D98B64}" presName="arrow" presStyleLbl="node1" presStyleIdx="2" presStyleCnt="3"/>
      <dgm:spPr/>
    </dgm:pt>
    <dgm:pt modelId="{BC1C3300-C5BE-4457-94CB-00809722E14B}" type="pres">
      <dgm:prSet presAssocID="{500C980B-44F4-4E14-82E0-E44899D98B64}" presName="descendantArrow" presStyleCnt="0"/>
      <dgm:spPr/>
    </dgm:pt>
    <dgm:pt modelId="{121F1B5D-5F23-436F-9082-D9C2C907A9C9}" type="pres">
      <dgm:prSet presAssocID="{2A79BE68-7216-4B28-BA1D-C50684FCE320}" presName="childTextArrow" presStyleLbl="fgAccFollowNode1" presStyleIdx="6" presStyleCnt="9">
        <dgm:presLayoutVars>
          <dgm:bulletEnabled val="1"/>
        </dgm:presLayoutVars>
      </dgm:prSet>
      <dgm:spPr/>
    </dgm:pt>
    <dgm:pt modelId="{2E8443D6-AB6C-4488-9C7A-EBC932ECABE7}" type="pres">
      <dgm:prSet presAssocID="{09B1D2D2-1C35-4B21-828C-62E68D1702DF}" presName="childTextArrow" presStyleLbl="fgAccFollowNode1" presStyleIdx="7" presStyleCnt="9">
        <dgm:presLayoutVars>
          <dgm:bulletEnabled val="1"/>
        </dgm:presLayoutVars>
      </dgm:prSet>
      <dgm:spPr/>
    </dgm:pt>
    <dgm:pt modelId="{171C4943-4145-4A28-8B9F-9DD11F0F189B}" type="pres">
      <dgm:prSet presAssocID="{1DD6216E-BF52-46C7-8987-238327830374}" presName="childTextArrow" presStyleLbl="fgAccFollowNode1" presStyleIdx="8" presStyleCnt="9">
        <dgm:presLayoutVars>
          <dgm:bulletEnabled val="1"/>
        </dgm:presLayoutVars>
      </dgm:prSet>
      <dgm:spPr/>
    </dgm:pt>
  </dgm:ptLst>
  <dgm:cxnLst>
    <dgm:cxn modelId="{99374E07-1FFD-4710-B1C1-13AD66305964}" srcId="{500C980B-44F4-4E14-82E0-E44899D98B64}" destId="{2A79BE68-7216-4B28-BA1D-C50684FCE320}" srcOrd="0" destOrd="0" parTransId="{7528633C-4987-4F62-B885-E6600C14A3E7}" sibTransId="{B25256CA-2199-4CE6-A7EC-283C1558CD2C}"/>
    <dgm:cxn modelId="{7DD9381D-58BD-4E0C-922F-CF4FFBCEA954}" srcId="{500C980B-44F4-4E14-82E0-E44899D98B64}" destId="{09B1D2D2-1C35-4B21-828C-62E68D1702DF}" srcOrd="1" destOrd="0" parTransId="{726FC1EB-F720-42E2-80B5-8DEAB0DBE5A6}" sibTransId="{A02B566E-DBA7-4C40-AEBA-A7DBD0E97E35}"/>
    <dgm:cxn modelId="{09C83424-24D0-40E9-AB5E-C9226D31E99D}" type="presOf" srcId="{A21A23E0-A615-48EA-A6DB-AD476BC86BE6}" destId="{3DBECBB6-9D9E-4075-8F8F-55DBEF7F05E8}" srcOrd="0" destOrd="0" presId="urn:microsoft.com/office/officeart/2005/8/layout/process4"/>
    <dgm:cxn modelId="{884FC12D-6456-411A-8CA6-4A42CB7AA4B6}" type="presOf" srcId="{DA86E7B6-03F1-4DE2-A1AB-1D3246B588F5}" destId="{6959959B-2BEF-48B7-AB36-EC5F04E36053}" srcOrd="0" destOrd="0" presId="urn:microsoft.com/office/officeart/2005/8/layout/process4"/>
    <dgm:cxn modelId="{DC49E536-E72A-4CA0-B2F9-E3F4DD9D7772}" srcId="{A53E8F9E-0658-4E6C-A465-AA7F91AF7197}" destId="{A4E616B4-AA7D-494F-9FF6-CF51B3325D26}" srcOrd="1" destOrd="0" parTransId="{57BA982B-BCF8-4782-8DB5-9EC490AB38C9}" sibTransId="{A0A57D32-8259-42B3-8CE8-5A173E1EF2A0}"/>
    <dgm:cxn modelId="{55BE7539-A2C0-4FB7-8C14-ADB0DA088F15}" type="presOf" srcId="{3E44CBAE-F560-440C-9772-17217996D8CF}" destId="{FA610BE1-EB87-484B-A97B-B1ABF2D99E2E}" srcOrd="0" destOrd="0" presId="urn:microsoft.com/office/officeart/2005/8/layout/process4"/>
    <dgm:cxn modelId="{9B8C4E5C-78AA-4C84-883D-DAFCE7199049}" srcId="{3E44CBAE-F560-440C-9772-17217996D8CF}" destId="{A53E8F9E-0658-4E6C-A465-AA7F91AF7197}" srcOrd="1" destOrd="0" parTransId="{F0E9E48E-BF1C-43BD-8D96-589B1B048825}" sibTransId="{037F9EB9-5E89-4F3F-9E26-B5C0D341AF84}"/>
    <dgm:cxn modelId="{E319536C-3FF5-4609-A023-6D5F34B89BB1}" srcId="{063DC86B-7E5C-44A3-BD16-8E9E3F9C106A}" destId="{02B63A65-D142-4DAB-B08D-0F6DCC321631}" srcOrd="0" destOrd="0" parTransId="{830783D4-02CE-409B-B5D2-F67380E2CD8A}" sibTransId="{1B890C32-375E-472C-B97C-1F0A73F96DFE}"/>
    <dgm:cxn modelId="{E4670E6E-682B-4209-BC6D-8223EB715D99}" type="presOf" srcId="{A53E8F9E-0658-4E6C-A465-AA7F91AF7197}" destId="{6C73386E-11ED-4B3A-8679-7167083940C1}" srcOrd="0" destOrd="0" presId="urn:microsoft.com/office/officeart/2005/8/layout/process4"/>
    <dgm:cxn modelId="{22A6236E-1EBF-4F1A-B9AD-14152C534CCB}" srcId="{3E44CBAE-F560-440C-9772-17217996D8CF}" destId="{063DC86B-7E5C-44A3-BD16-8E9E3F9C106A}" srcOrd="2" destOrd="0" parTransId="{1CD45304-1FEE-4ABD-984F-C4EAAF4F3E5D}" sibTransId="{1421E449-0B56-4297-8105-D23E67E36BB7}"/>
    <dgm:cxn modelId="{05E97250-E8ED-4F0D-9669-BFD96D480EDD}" srcId="{500C980B-44F4-4E14-82E0-E44899D98B64}" destId="{1DD6216E-BF52-46C7-8987-238327830374}" srcOrd="2" destOrd="0" parTransId="{3C6FEE56-30EA-457F-8FCB-0D42713ED2C8}" sibTransId="{A4776D9E-D6D9-45A4-85C9-478575CA1459}"/>
    <dgm:cxn modelId="{FB4B4475-EAEB-458D-BE03-519E2D2227FD}" type="presOf" srcId="{02B63A65-D142-4DAB-B08D-0F6DCC321631}" destId="{C06EEDF8-3F9C-4901-98C4-1509C4CF4D9A}" srcOrd="0" destOrd="0" presId="urn:microsoft.com/office/officeart/2005/8/layout/process4"/>
    <dgm:cxn modelId="{801BA37F-D27F-4D20-B55C-0BAB2A8D8BDA}" srcId="{063DC86B-7E5C-44A3-BD16-8E9E3F9C106A}" destId="{DAAB6CA7-39AA-46E3-B836-7B727CF5774C}" srcOrd="1" destOrd="0" parTransId="{FA4908A3-4482-42D0-AB43-283B0D072E14}" sibTransId="{EA4B78DD-C952-4BB0-8A47-4D5859F756A3}"/>
    <dgm:cxn modelId="{32447582-0EF5-4C04-8A25-7E2ED52420EA}" type="presOf" srcId="{063DC86B-7E5C-44A3-BD16-8E9E3F9C106A}" destId="{BBAEAD61-3D51-4D17-9704-918685312982}" srcOrd="0" destOrd="0" presId="urn:microsoft.com/office/officeart/2005/8/layout/process4"/>
    <dgm:cxn modelId="{A28CB284-28FB-42AC-871F-3616AAA632BF}" srcId="{063DC86B-7E5C-44A3-BD16-8E9E3F9C106A}" destId="{DA86E7B6-03F1-4DE2-A1AB-1D3246B588F5}" srcOrd="2" destOrd="0" parTransId="{444DF9DD-873D-48CC-9896-CBCF1AEA3ADB}" sibTransId="{DF4F4F53-3792-4851-ADC3-8BFFD5D029D4}"/>
    <dgm:cxn modelId="{55104289-E96F-4B4F-8D64-41F2318DDB0E}" type="presOf" srcId="{A4E616B4-AA7D-494F-9FF6-CF51B3325D26}" destId="{FA16532B-07EA-492E-98A1-DD347B5434C4}" srcOrd="0" destOrd="0" presId="urn:microsoft.com/office/officeart/2005/8/layout/process4"/>
    <dgm:cxn modelId="{050E3D9B-E502-48E2-AE1D-646D1FEE1EEA}" type="presOf" srcId="{A53E8F9E-0658-4E6C-A465-AA7F91AF7197}" destId="{48462870-6142-4604-820B-B2C513AA2258}" srcOrd="1" destOrd="0" presId="urn:microsoft.com/office/officeart/2005/8/layout/process4"/>
    <dgm:cxn modelId="{A281859B-F5F5-4B80-B31B-191CBA45D514}" type="presOf" srcId="{DAAB6CA7-39AA-46E3-B836-7B727CF5774C}" destId="{563B52A1-268D-431B-A69D-899A194B7568}" srcOrd="0" destOrd="0" presId="urn:microsoft.com/office/officeart/2005/8/layout/process4"/>
    <dgm:cxn modelId="{407C5F9D-2CBA-473D-9D2A-1CAC7D82264B}" type="presOf" srcId="{565AF0ED-A496-4406-87BB-C0D4C244A586}" destId="{C920FD06-8BD9-4623-BD8C-0A78F21ED4FF}" srcOrd="0" destOrd="0" presId="urn:microsoft.com/office/officeart/2005/8/layout/process4"/>
    <dgm:cxn modelId="{47F0D7AE-BBE0-4425-B5A9-71594EF43014}" srcId="{A53E8F9E-0658-4E6C-A465-AA7F91AF7197}" destId="{A21A23E0-A615-48EA-A6DB-AD476BC86BE6}" srcOrd="0" destOrd="0" parTransId="{06236CF1-F625-40FD-8F19-C607B334C2C7}" sibTransId="{2E0CB522-CA36-4B1B-8921-C6E3193B3B67}"/>
    <dgm:cxn modelId="{2C1EB3D1-60AB-4104-96BA-E3629FBA011E}" type="presOf" srcId="{500C980B-44F4-4E14-82E0-E44899D98B64}" destId="{84C3D93E-2673-43F2-8223-0ED71784B9EB}" srcOrd="1" destOrd="0" presId="urn:microsoft.com/office/officeart/2005/8/layout/process4"/>
    <dgm:cxn modelId="{52C1E3D1-63FC-4176-9D30-4905BC497588}" type="presOf" srcId="{1DD6216E-BF52-46C7-8987-238327830374}" destId="{171C4943-4145-4A28-8B9F-9DD11F0F189B}" srcOrd="0" destOrd="0" presId="urn:microsoft.com/office/officeart/2005/8/layout/process4"/>
    <dgm:cxn modelId="{58EF98E7-ECFD-43E8-9C36-D786358565D2}" srcId="{3E44CBAE-F560-440C-9772-17217996D8CF}" destId="{500C980B-44F4-4E14-82E0-E44899D98B64}" srcOrd="0" destOrd="0" parTransId="{9F85AD8A-1289-4C8F-AD6B-44118D13B6EB}" sibTransId="{39A524CE-5703-4662-8CE6-C46E18168FB5}"/>
    <dgm:cxn modelId="{994453EC-CA32-4CEF-B87B-2635BA01D170}" type="presOf" srcId="{063DC86B-7E5C-44A3-BD16-8E9E3F9C106A}" destId="{F17425B2-F9BC-4A1C-B394-7571CBAC09CB}" srcOrd="1" destOrd="0" presId="urn:microsoft.com/office/officeart/2005/8/layout/process4"/>
    <dgm:cxn modelId="{7758A2EF-BFF3-445E-B86D-6035AC038111}" type="presOf" srcId="{2A79BE68-7216-4B28-BA1D-C50684FCE320}" destId="{121F1B5D-5F23-436F-9082-D9C2C907A9C9}" srcOrd="0" destOrd="0" presId="urn:microsoft.com/office/officeart/2005/8/layout/process4"/>
    <dgm:cxn modelId="{CB335DF2-1A48-46F9-93EC-30489A4D333F}" srcId="{A53E8F9E-0658-4E6C-A465-AA7F91AF7197}" destId="{565AF0ED-A496-4406-87BB-C0D4C244A586}" srcOrd="2" destOrd="0" parTransId="{EFDCF485-6F96-4E9D-89FE-DC2314751EC5}" sibTransId="{0DCA50D5-71D8-42CA-B8C8-BDF162BF946D}"/>
    <dgm:cxn modelId="{803F04F7-C79F-4584-808F-BCBF15949562}" type="presOf" srcId="{500C980B-44F4-4E14-82E0-E44899D98B64}" destId="{219AF1E6-D64E-465F-96BA-49DC55C1CB6D}" srcOrd="0" destOrd="0" presId="urn:microsoft.com/office/officeart/2005/8/layout/process4"/>
    <dgm:cxn modelId="{7E776CFE-C007-4C4F-81F9-62E2FE74B377}" type="presOf" srcId="{09B1D2D2-1C35-4B21-828C-62E68D1702DF}" destId="{2E8443D6-AB6C-4488-9C7A-EBC932ECABE7}" srcOrd="0" destOrd="0" presId="urn:microsoft.com/office/officeart/2005/8/layout/process4"/>
    <dgm:cxn modelId="{52F0616C-9577-4058-BDFE-B680E5451D67}" type="presParOf" srcId="{FA610BE1-EB87-484B-A97B-B1ABF2D99E2E}" destId="{C279718A-41D1-4C36-BE6C-A441748AB147}" srcOrd="0" destOrd="0" presId="urn:microsoft.com/office/officeart/2005/8/layout/process4"/>
    <dgm:cxn modelId="{2D87E865-8A1C-4514-AF2C-50B7AB9EEC96}" type="presParOf" srcId="{C279718A-41D1-4C36-BE6C-A441748AB147}" destId="{BBAEAD61-3D51-4D17-9704-918685312982}" srcOrd="0" destOrd="0" presId="urn:microsoft.com/office/officeart/2005/8/layout/process4"/>
    <dgm:cxn modelId="{5C078A04-E6F4-4098-99AC-2B7291E37012}" type="presParOf" srcId="{C279718A-41D1-4C36-BE6C-A441748AB147}" destId="{F17425B2-F9BC-4A1C-B394-7571CBAC09CB}" srcOrd="1" destOrd="0" presId="urn:microsoft.com/office/officeart/2005/8/layout/process4"/>
    <dgm:cxn modelId="{C08EF552-2DB6-44EF-BA06-D6A42CFAD11C}" type="presParOf" srcId="{C279718A-41D1-4C36-BE6C-A441748AB147}" destId="{B5AA1C84-4AA6-4273-A99F-8F9F4F3755EF}" srcOrd="2" destOrd="0" presId="urn:microsoft.com/office/officeart/2005/8/layout/process4"/>
    <dgm:cxn modelId="{818D074B-78E5-4EBF-92F9-1E9095192612}" type="presParOf" srcId="{B5AA1C84-4AA6-4273-A99F-8F9F4F3755EF}" destId="{C06EEDF8-3F9C-4901-98C4-1509C4CF4D9A}" srcOrd="0" destOrd="0" presId="urn:microsoft.com/office/officeart/2005/8/layout/process4"/>
    <dgm:cxn modelId="{22A5190A-D3E7-4170-9C0E-856D6725FBDE}" type="presParOf" srcId="{B5AA1C84-4AA6-4273-A99F-8F9F4F3755EF}" destId="{563B52A1-268D-431B-A69D-899A194B7568}" srcOrd="1" destOrd="0" presId="urn:microsoft.com/office/officeart/2005/8/layout/process4"/>
    <dgm:cxn modelId="{DD871B9E-5E17-42F3-A41F-8F8C88CFE7DD}" type="presParOf" srcId="{B5AA1C84-4AA6-4273-A99F-8F9F4F3755EF}" destId="{6959959B-2BEF-48B7-AB36-EC5F04E36053}" srcOrd="2" destOrd="0" presId="urn:microsoft.com/office/officeart/2005/8/layout/process4"/>
    <dgm:cxn modelId="{359EC567-7EFB-4147-8828-123E76C79327}" type="presParOf" srcId="{FA610BE1-EB87-484B-A97B-B1ABF2D99E2E}" destId="{0B1A727D-54AF-44F8-9538-F43EA741E539}" srcOrd="1" destOrd="0" presId="urn:microsoft.com/office/officeart/2005/8/layout/process4"/>
    <dgm:cxn modelId="{0291A8B3-4CD0-4D4C-96C3-EDED4A872F85}" type="presParOf" srcId="{FA610BE1-EB87-484B-A97B-B1ABF2D99E2E}" destId="{5C2EA84D-1E97-4DD0-8DAB-3ED37D0024E1}" srcOrd="2" destOrd="0" presId="urn:microsoft.com/office/officeart/2005/8/layout/process4"/>
    <dgm:cxn modelId="{BDD826F2-0230-4993-AD61-4A257398134C}" type="presParOf" srcId="{5C2EA84D-1E97-4DD0-8DAB-3ED37D0024E1}" destId="{6C73386E-11ED-4B3A-8679-7167083940C1}" srcOrd="0" destOrd="0" presId="urn:microsoft.com/office/officeart/2005/8/layout/process4"/>
    <dgm:cxn modelId="{6EA60AFB-008C-4EB8-B05C-A5AD66B80250}" type="presParOf" srcId="{5C2EA84D-1E97-4DD0-8DAB-3ED37D0024E1}" destId="{48462870-6142-4604-820B-B2C513AA2258}" srcOrd="1" destOrd="0" presId="urn:microsoft.com/office/officeart/2005/8/layout/process4"/>
    <dgm:cxn modelId="{22F173B6-11C7-40FD-BD2B-59517D047E73}" type="presParOf" srcId="{5C2EA84D-1E97-4DD0-8DAB-3ED37D0024E1}" destId="{A9D6680C-22FD-40D8-A21E-6B8FEED8B6E9}" srcOrd="2" destOrd="0" presId="urn:microsoft.com/office/officeart/2005/8/layout/process4"/>
    <dgm:cxn modelId="{D6D19069-9E5B-4265-B354-EDCCE4FAA1D7}" type="presParOf" srcId="{A9D6680C-22FD-40D8-A21E-6B8FEED8B6E9}" destId="{3DBECBB6-9D9E-4075-8F8F-55DBEF7F05E8}" srcOrd="0" destOrd="0" presId="urn:microsoft.com/office/officeart/2005/8/layout/process4"/>
    <dgm:cxn modelId="{EF56246C-9177-4F89-BE77-706B328AB32E}" type="presParOf" srcId="{A9D6680C-22FD-40D8-A21E-6B8FEED8B6E9}" destId="{FA16532B-07EA-492E-98A1-DD347B5434C4}" srcOrd="1" destOrd="0" presId="urn:microsoft.com/office/officeart/2005/8/layout/process4"/>
    <dgm:cxn modelId="{296CB5B0-0D74-4681-81F4-86982B872284}" type="presParOf" srcId="{A9D6680C-22FD-40D8-A21E-6B8FEED8B6E9}" destId="{C920FD06-8BD9-4623-BD8C-0A78F21ED4FF}" srcOrd="2" destOrd="0" presId="urn:microsoft.com/office/officeart/2005/8/layout/process4"/>
    <dgm:cxn modelId="{87976296-8908-46D4-885B-AE0CF88A33D8}" type="presParOf" srcId="{FA610BE1-EB87-484B-A97B-B1ABF2D99E2E}" destId="{9415FD69-7D3D-4BAF-A2A6-8D7F1461B597}" srcOrd="3" destOrd="0" presId="urn:microsoft.com/office/officeart/2005/8/layout/process4"/>
    <dgm:cxn modelId="{7ACC0E07-6C4C-4974-9A2F-D10699556E0F}" type="presParOf" srcId="{FA610BE1-EB87-484B-A97B-B1ABF2D99E2E}" destId="{552EA814-431D-4A19-9401-39E77443DE70}" srcOrd="4" destOrd="0" presId="urn:microsoft.com/office/officeart/2005/8/layout/process4"/>
    <dgm:cxn modelId="{FAC5D47F-64CD-4B74-BE1A-C7E006E744A3}" type="presParOf" srcId="{552EA814-431D-4A19-9401-39E77443DE70}" destId="{219AF1E6-D64E-465F-96BA-49DC55C1CB6D}" srcOrd="0" destOrd="0" presId="urn:microsoft.com/office/officeart/2005/8/layout/process4"/>
    <dgm:cxn modelId="{FADA5682-6C7E-4D41-9A68-579741117925}" type="presParOf" srcId="{552EA814-431D-4A19-9401-39E77443DE70}" destId="{84C3D93E-2673-43F2-8223-0ED71784B9EB}" srcOrd="1" destOrd="0" presId="urn:microsoft.com/office/officeart/2005/8/layout/process4"/>
    <dgm:cxn modelId="{1CE41575-4F08-4636-BC2C-50E4D7AEF54C}" type="presParOf" srcId="{552EA814-431D-4A19-9401-39E77443DE70}" destId="{BC1C3300-C5BE-4457-94CB-00809722E14B}" srcOrd="2" destOrd="0" presId="urn:microsoft.com/office/officeart/2005/8/layout/process4"/>
    <dgm:cxn modelId="{46CF6D61-F524-41A7-87E2-D1E33ABD45BD}" type="presParOf" srcId="{BC1C3300-C5BE-4457-94CB-00809722E14B}" destId="{121F1B5D-5F23-436F-9082-D9C2C907A9C9}" srcOrd="0" destOrd="0" presId="urn:microsoft.com/office/officeart/2005/8/layout/process4"/>
    <dgm:cxn modelId="{5215041A-B945-49C5-80AC-E6AFC6C41555}" type="presParOf" srcId="{BC1C3300-C5BE-4457-94CB-00809722E14B}" destId="{2E8443D6-AB6C-4488-9C7A-EBC932ECABE7}" srcOrd="1" destOrd="0" presId="urn:microsoft.com/office/officeart/2005/8/layout/process4"/>
    <dgm:cxn modelId="{18D97DF3-EC26-4DBD-BA5D-373CE7F68CCB}" type="presParOf" srcId="{BC1C3300-C5BE-4457-94CB-00809722E14B}" destId="{171C4943-4145-4A28-8B9F-9DD11F0F189B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9BA616-8E76-4946-8AB5-C2635B602A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56F0B9-FCB4-4999-9359-D6C31F74EB2D}">
      <dgm:prSet/>
      <dgm:spPr/>
      <dgm:t>
        <a:bodyPr/>
        <a:lstStyle/>
        <a:p>
          <a:r>
            <a:rPr lang="en-US" dirty="0"/>
            <a:t>The Learner Traces an Instruction from Fetch to Architectural State Change:</a:t>
          </a:r>
        </a:p>
      </dgm:t>
    </dgm:pt>
    <dgm:pt modelId="{83DC3784-ADF8-43EE-A8E1-D49D5B638D52}" type="parTrans" cxnId="{D8FE949B-79A9-43E5-ACEA-3897F94FA783}">
      <dgm:prSet/>
      <dgm:spPr/>
      <dgm:t>
        <a:bodyPr/>
        <a:lstStyle/>
        <a:p>
          <a:endParaRPr lang="en-US"/>
        </a:p>
      </dgm:t>
    </dgm:pt>
    <dgm:pt modelId="{2DD41FFF-8D2B-4AF6-A726-BB4E88CB1E04}" type="sibTrans" cxnId="{D8FE949B-79A9-43E5-ACEA-3897F94FA783}">
      <dgm:prSet/>
      <dgm:spPr/>
      <dgm:t>
        <a:bodyPr/>
        <a:lstStyle/>
        <a:p>
          <a:endParaRPr lang="en-US"/>
        </a:p>
      </dgm:t>
    </dgm:pt>
    <dgm:pt modelId="{C5D044D2-4786-435A-9C84-EAE7595DE0B9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Fetch and transfer the instruction.</a:t>
          </a:r>
        </a:p>
      </dgm:t>
    </dgm:pt>
    <dgm:pt modelId="{ED4F0E9C-FF53-4718-92C8-AF70578DD3FB}" type="parTrans" cxnId="{0980BE7A-09EF-45B6-8F9F-6C22B3CC0888}">
      <dgm:prSet/>
      <dgm:spPr/>
      <dgm:t>
        <a:bodyPr/>
        <a:lstStyle/>
        <a:p>
          <a:endParaRPr lang="en-US"/>
        </a:p>
      </dgm:t>
    </dgm:pt>
    <dgm:pt modelId="{194A4A08-5942-4E05-883B-601E9A24EEAA}" type="sibTrans" cxnId="{0980BE7A-09EF-45B6-8F9F-6C22B3CC0888}">
      <dgm:prSet/>
      <dgm:spPr/>
      <dgm:t>
        <a:bodyPr/>
        <a:lstStyle/>
        <a:p>
          <a:endParaRPr lang="en-US"/>
        </a:p>
      </dgm:t>
    </dgm:pt>
    <dgm:pt modelId="{D4E89C59-3A2C-432F-99ED-8E528A720B1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Decode its fields and identify the required operands.</a:t>
          </a:r>
        </a:p>
      </dgm:t>
    </dgm:pt>
    <dgm:pt modelId="{BEE27037-E577-4813-BB81-1D4F0E38F64E}" type="parTrans" cxnId="{1E673DAA-4BCC-492F-8C22-A54D2627AFB4}">
      <dgm:prSet/>
      <dgm:spPr/>
      <dgm:t>
        <a:bodyPr/>
        <a:lstStyle/>
        <a:p>
          <a:endParaRPr lang="en-US"/>
        </a:p>
      </dgm:t>
    </dgm:pt>
    <dgm:pt modelId="{161AD52E-546A-4DB6-966C-A8CA39820A10}" type="sibTrans" cxnId="{1E673DAA-4BCC-492F-8C22-A54D2627AFB4}">
      <dgm:prSet/>
      <dgm:spPr/>
      <dgm:t>
        <a:bodyPr/>
        <a:lstStyle/>
        <a:p>
          <a:endParaRPr lang="en-US"/>
        </a:p>
      </dgm:t>
    </dgm:pt>
    <dgm:pt modelId="{71B53C69-B7B9-4481-8461-347FD3424BD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Retrieve the correct register values and any required immediate.</a:t>
          </a:r>
        </a:p>
      </dgm:t>
    </dgm:pt>
    <dgm:pt modelId="{E5D5324B-AC53-4929-9726-E7674F80665C}" type="parTrans" cxnId="{B8EAC308-0196-4D8B-9510-6008FDE31F2D}">
      <dgm:prSet/>
      <dgm:spPr/>
      <dgm:t>
        <a:bodyPr/>
        <a:lstStyle/>
        <a:p>
          <a:endParaRPr lang="en-US"/>
        </a:p>
      </dgm:t>
    </dgm:pt>
    <dgm:pt modelId="{C4C98144-0AE6-4956-8219-2C7DBFEB3D09}" type="sibTrans" cxnId="{B8EAC308-0196-4D8B-9510-6008FDE31F2D}">
      <dgm:prSet/>
      <dgm:spPr/>
      <dgm:t>
        <a:bodyPr/>
        <a:lstStyle/>
        <a:p>
          <a:endParaRPr lang="en-US"/>
        </a:p>
      </dgm:t>
    </dgm:pt>
    <dgm:pt modelId="{0C51D6B7-2750-4D82-A8E8-5CE2D8513B3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Make the relevant control-facing decisions during execution.</a:t>
          </a:r>
        </a:p>
      </dgm:t>
    </dgm:pt>
    <dgm:pt modelId="{69772DFA-2CDE-4F9C-A8F5-98F17E626B0A}" type="parTrans" cxnId="{DDA87E9B-CEE8-4A97-9BDD-8724E1F78342}">
      <dgm:prSet/>
      <dgm:spPr/>
      <dgm:t>
        <a:bodyPr/>
        <a:lstStyle/>
        <a:p>
          <a:endParaRPr lang="en-US"/>
        </a:p>
      </dgm:t>
    </dgm:pt>
    <dgm:pt modelId="{BA8B067D-2E4B-4A4D-9301-D07994610FF1}" type="sibTrans" cxnId="{DDA87E9B-CEE8-4A97-9BDD-8724E1F78342}">
      <dgm:prSet/>
      <dgm:spPr/>
      <dgm:t>
        <a:bodyPr/>
        <a:lstStyle/>
        <a:p>
          <a:endParaRPr lang="en-US"/>
        </a:p>
      </dgm:t>
    </dgm:pt>
    <dgm:pt modelId="{39301538-46DB-4227-9A8D-D663D8125E0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Complete memory access or write-back as required by the instruction.</a:t>
          </a:r>
        </a:p>
      </dgm:t>
    </dgm:pt>
    <dgm:pt modelId="{DAF8AE77-26E6-4EE9-93A1-F4A754853521}" type="parTrans" cxnId="{68A5F1C7-585F-4415-AEA6-90E7984705FF}">
      <dgm:prSet/>
      <dgm:spPr/>
      <dgm:t>
        <a:bodyPr/>
        <a:lstStyle/>
        <a:p>
          <a:endParaRPr lang="en-US"/>
        </a:p>
      </dgm:t>
    </dgm:pt>
    <dgm:pt modelId="{8D96CA23-F9AB-4E05-9BCA-32FA24177514}" type="sibTrans" cxnId="{68A5F1C7-585F-4415-AEA6-90E7984705FF}">
      <dgm:prSet/>
      <dgm:spPr/>
      <dgm:t>
        <a:bodyPr/>
        <a:lstStyle/>
        <a:p>
          <a:endParaRPr lang="en-US"/>
        </a:p>
      </dgm:t>
    </dgm:pt>
    <dgm:pt modelId="{309B66EF-B7B5-44E0-BA48-F6380CF1981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Confirm the resulting register, memory, and PC changes.</a:t>
          </a:r>
        </a:p>
      </dgm:t>
    </dgm:pt>
    <dgm:pt modelId="{183532DF-04B4-4205-A45C-011F886E2181}" type="parTrans" cxnId="{7E836694-473A-47FE-ADFF-7D2AFF8B0F0F}">
      <dgm:prSet/>
      <dgm:spPr/>
      <dgm:t>
        <a:bodyPr/>
        <a:lstStyle/>
        <a:p>
          <a:endParaRPr lang="en-US"/>
        </a:p>
      </dgm:t>
    </dgm:pt>
    <dgm:pt modelId="{BB58A856-CFCA-4B41-9F9C-E5550F0521E2}" type="sibTrans" cxnId="{7E836694-473A-47FE-ADFF-7D2AFF8B0F0F}">
      <dgm:prSet/>
      <dgm:spPr/>
      <dgm:t>
        <a:bodyPr/>
        <a:lstStyle/>
        <a:p>
          <a:endParaRPr lang="en-US"/>
        </a:p>
      </dgm:t>
    </dgm:pt>
    <dgm:pt modelId="{434A70A4-AF38-46F9-A511-207E211D89FB}" type="pres">
      <dgm:prSet presAssocID="{6C9BA616-8E76-4946-8AB5-C2635B602A6E}" presName="Name0" presStyleCnt="0">
        <dgm:presLayoutVars>
          <dgm:dir/>
          <dgm:animLvl val="lvl"/>
          <dgm:resizeHandles val="exact"/>
        </dgm:presLayoutVars>
      </dgm:prSet>
      <dgm:spPr/>
    </dgm:pt>
    <dgm:pt modelId="{A7B34FFB-FE92-4264-84DB-68F5AC8C36FF}" type="pres">
      <dgm:prSet presAssocID="{6C56F0B9-FCB4-4999-9359-D6C31F74EB2D}" presName="composite" presStyleCnt="0"/>
      <dgm:spPr/>
    </dgm:pt>
    <dgm:pt modelId="{30389039-0FEB-4A80-9960-F9A28B84658F}" type="pres">
      <dgm:prSet presAssocID="{6C56F0B9-FCB4-4999-9359-D6C31F74EB2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3C0C963F-8853-4F0D-87AE-5D020787FB90}" type="pres">
      <dgm:prSet presAssocID="{6C56F0B9-FCB4-4999-9359-D6C31F74EB2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05028603-4551-43FC-89DE-08E17C279B24}" type="presOf" srcId="{39301538-46DB-4227-9A8D-D663D8125E0F}" destId="{3C0C963F-8853-4F0D-87AE-5D020787FB90}" srcOrd="0" destOrd="4" presId="urn:microsoft.com/office/officeart/2005/8/layout/hList1"/>
    <dgm:cxn modelId="{B8EAC308-0196-4D8B-9510-6008FDE31F2D}" srcId="{6C56F0B9-FCB4-4999-9359-D6C31F74EB2D}" destId="{71B53C69-B7B9-4481-8461-347FD3424BDC}" srcOrd="2" destOrd="0" parTransId="{E5D5324B-AC53-4929-9726-E7674F80665C}" sibTransId="{C4C98144-0AE6-4956-8219-2C7DBFEB3D09}"/>
    <dgm:cxn modelId="{6A48D90C-38D2-45BE-A17A-B774F046E1C1}" type="presOf" srcId="{D4E89C59-3A2C-432F-99ED-8E528A720B15}" destId="{3C0C963F-8853-4F0D-87AE-5D020787FB90}" srcOrd="0" destOrd="1" presId="urn:microsoft.com/office/officeart/2005/8/layout/hList1"/>
    <dgm:cxn modelId="{C10A0216-7CE4-48EC-83E5-A26A9C605945}" type="presOf" srcId="{0C51D6B7-2750-4D82-A8E8-5CE2D8513B30}" destId="{3C0C963F-8853-4F0D-87AE-5D020787FB90}" srcOrd="0" destOrd="3" presId="urn:microsoft.com/office/officeart/2005/8/layout/hList1"/>
    <dgm:cxn modelId="{C25B3C2A-DB5D-463F-88D0-90D0C8C0F130}" type="presOf" srcId="{309B66EF-B7B5-44E0-BA48-F6380CF19816}" destId="{3C0C963F-8853-4F0D-87AE-5D020787FB90}" srcOrd="0" destOrd="5" presId="urn:microsoft.com/office/officeart/2005/8/layout/hList1"/>
    <dgm:cxn modelId="{9B512A4C-854E-40E9-A90B-1B613BAF45DE}" type="presOf" srcId="{C5D044D2-4786-435A-9C84-EAE7595DE0B9}" destId="{3C0C963F-8853-4F0D-87AE-5D020787FB90}" srcOrd="0" destOrd="0" presId="urn:microsoft.com/office/officeart/2005/8/layout/hList1"/>
    <dgm:cxn modelId="{0980BE7A-09EF-45B6-8F9F-6C22B3CC0888}" srcId="{6C56F0B9-FCB4-4999-9359-D6C31F74EB2D}" destId="{C5D044D2-4786-435A-9C84-EAE7595DE0B9}" srcOrd="0" destOrd="0" parTransId="{ED4F0E9C-FF53-4718-92C8-AF70578DD3FB}" sibTransId="{194A4A08-5942-4E05-883B-601E9A24EEAA}"/>
    <dgm:cxn modelId="{8C0FE092-E172-4E6E-9671-D47A1FD25F17}" type="presOf" srcId="{6C56F0B9-FCB4-4999-9359-D6C31F74EB2D}" destId="{30389039-0FEB-4A80-9960-F9A28B84658F}" srcOrd="0" destOrd="0" presId="urn:microsoft.com/office/officeart/2005/8/layout/hList1"/>
    <dgm:cxn modelId="{7E836694-473A-47FE-ADFF-7D2AFF8B0F0F}" srcId="{6C56F0B9-FCB4-4999-9359-D6C31F74EB2D}" destId="{309B66EF-B7B5-44E0-BA48-F6380CF19816}" srcOrd="5" destOrd="0" parTransId="{183532DF-04B4-4205-A45C-011F886E2181}" sibTransId="{BB58A856-CFCA-4B41-9F9C-E5550F0521E2}"/>
    <dgm:cxn modelId="{DDA87E9B-CEE8-4A97-9BDD-8724E1F78342}" srcId="{6C56F0B9-FCB4-4999-9359-D6C31F74EB2D}" destId="{0C51D6B7-2750-4D82-A8E8-5CE2D8513B30}" srcOrd="3" destOrd="0" parTransId="{69772DFA-2CDE-4F9C-A8F5-98F17E626B0A}" sibTransId="{BA8B067D-2E4B-4A4D-9301-D07994610FF1}"/>
    <dgm:cxn modelId="{D8FE949B-79A9-43E5-ACEA-3897F94FA783}" srcId="{6C9BA616-8E76-4946-8AB5-C2635B602A6E}" destId="{6C56F0B9-FCB4-4999-9359-D6C31F74EB2D}" srcOrd="0" destOrd="0" parTransId="{83DC3784-ADF8-43EE-A8E1-D49D5B638D52}" sibTransId="{2DD41FFF-8D2B-4AF6-A726-BB4E88CB1E04}"/>
    <dgm:cxn modelId="{1E673DAA-4BCC-492F-8C22-A54D2627AFB4}" srcId="{6C56F0B9-FCB4-4999-9359-D6C31F74EB2D}" destId="{D4E89C59-3A2C-432F-99ED-8E528A720B15}" srcOrd="1" destOrd="0" parTransId="{BEE27037-E577-4813-BB81-1D4F0E38F64E}" sibTransId="{161AD52E-546A-4DB6-966C-A8CA39820A10}"/>
    <dgm:cxn modelId="{C21CF7AB-266F-4708-BE10-0ADDE7C237FB}" type="presOf" srcId="{71B53C69-B7B9-4481-8461-347FD3424BDC}" destId="{3C0C963F-8853-4F0D-87AE-5D020787FB90}" srcOrd="0" destOrd="2" presId="urn:microsoft.com/office/officeart/2005/8/layout/hList1"/>
    <dgm:cxn modelId="{F331D1C5-2204-4DB3-AF23-93B948743DA2}" type="presOf" srcId="{6C9BA616-8E76-4946-8AB5-C2635B602A6E}" destId="{434A70A4-AF38-46F9-A511-207E211D89FB}" srcOrd="0" destOrd="0" presId="urn:microsoft.com/office/officeart/2005/8/layout/hList1"/>
    <dgm:cxn modelId="{68A5F1C7-585F-4415-AEA6-90E7984705FF}" srcId="{6C56F0B9-FCB4-4999-9359-D6C31F74EB2D}" destId="{39301538-46DB-4227-9A8D-D663D8125E0F}" srcOrd="4" destOrd="0" parTransId="{DAF8AE77-26E6-4EE9-93A1-F4A754853521}" sibTransId="{8D96CA23-F9AB-4E05-9BCA-32FA24177514}"/>
    <dgm:cxn modelId="{6E4E9331-9F45-42BA-9F2A-716BA7AD9094}" type="presParOf" srcId="{434A70A4-AF38-46F9-A511-207E211D89FB}" destId="{A7B34FFB-FE92-4264-84DB-68F5AC8C36FF}" srcOrd="0" destOrd="0" presId="urn:microsoft.com/office/officeart/2005/8/layout/hList1"/>
    <dgm:cxn modelId="{950DEA4D-D230-4F5E-A437-8815E6E2E77D}" type="presParOf" srcId="{A7B34FFB-FE92-4264-84DB-68F5AC8C36FF}" destId="{30389039-0FEB-4A80-9960-F9A28B84658F}" srcOrd="0" destOrd="0" presId="urn:microsoft.com/office/officeart/2005/8/layout/hList1"/>
    <dgm:cxn modelId="{B84EC244-0397-478F-A14D-38A7771D92C5}" type="presParOf" srcId="{A7B34FFB-FE92-4264-84DB-68F5AC8C36FF}" destId="{3C0C963F-8853-4F0D-87AE-5D020787FB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82AF18-DF2E-4BC6-BA60-B0696B107FFB}" type="doc">
      <dgm:prSet loTypeId="urn:microsoft.com/office/officeart/2005/8/layout/vProcess5" loCatId="process" qsTypeId="urn:microsoft.com/office/officeart/2005/8/quickstyle/simple4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2C9B38C-CD12-4B34-803B-12A3019B936F}">
      <dgm:prSet/>
      <dgm:spPr/>
      <dgm:t>
        <a:bodyPr/>
        <a:lstStyle/>
        <a:p>
          <a:r>
            <a:rPr lang="en-US" b="1" dirty="0"/>
            <a:t>Consent + Screening: </a:t>
          </a:r>
          <a:r>
            <a:rPr lang="en-US" dirty="0"/>
            <a:t>Information Leaflet, Consent Form, Background Questions</a:t>
          </a:r>
        </a:p>
      </dgm:t>
    </dgm:pt>
    <dgm:pt modelId="{7BE104FF-1391-4E2C-8BD7-802071809B69}" type="parTrans" cxnId="{47F3428B-66B7-4E3F-AEC4-116B270A0EF7}">
      <dgm:prSet/>
      <dgm:spPr/>
      <dgm:t>
        <a:bodyPr/>
        <a:lstStyle/>
        <a:p>
          <a:endParaRPr lang="en-US"/>
        </a:p>
      </dgm:t>
    </dgm:pt>
    <dgm:pt modelId="{260DCD11-03BD-4BCE-9513-F9F8714AEC57}" type="sibTrans" cxnId="{47F3428B-66B7-4E3F-AEC4-116B270A0EF7}">
      <dgm:prSet/>
      <dgm:spPr/>
      <dgm:t>
        <a:bodyPr/>
        <a:lstStyle/>
        <a:p>
          <a:endParaRPr lang="en-US"/>
        </a:p>
      </dgm:t>
    </dgm:pt>
    <dgm:pt modelId="{19EF892F-BAFA-434D-A439-523095CA0F13}">
      <dgm:prSet/>
      <dgm:spPr/>
      <dgm:t>
        <a:bodyPr/>
        <a:lstStyle/>
        <a:p>
          <a:r>
            <a:rPr lang="en-US" b="1" dirty="0"/>
            <a:t>Tailored Briefing: </a:t>
          </a:r>
          <a:r>
            <a:rPr lang="en-US" dirty="0"/>
            <a:t>Refresher on assembly, instruction flow, and </a:t>
          </a:r>
          <a:r>
            <a:rPr lang="en-US" dirty="0" err="1"/>
            <a:t>datapath</a:t>
          </a:r>
          <a:r>
            <a:rPr lang="en-US" dirty="0"/>
            <a:t> stages</a:t>
          </a:r>
        </a:p>
      </dgm:t>
    </dgm:pt>
    <dgm:pt modelId="{3241E834-6D28-479D-8BA9-2EA5808307CF}" type="parTrans" cxnId="{86943A3B-2A9C-4EEB-84A1-E3CED263A314}">
      <dgm:prSet/>
      <dgm:spPr/>
      <dgm:t>
        <a:bodyPr/>
        <a:lstStyle/>
        <a:p>
          <a:endParaRPr lang="en-US"/>
        </a:p>
      </dgm:t>
    </dgm:pt>
    <dgm:pt modelId="{B1CD1DAA-784C-4982-BDE4-6A3F4A2AC926}" type="sibTrans" cxnId="{86943A3B-2A9C-4EEB-84A1-E3CED263A314}">
      <dgm:prSet/>
      <dgm:spPr/>
      <dgm:t>
        <a:bodyPr/>
        <a:lstStyle/>
        <a:p>
          <a:endParaRPr lang="en-US"/>
        </a:p>
      </dgm:t>
    </dgm:pt>
    <dgm:pt modelId="{B8CC3A14-F275-492B-B963-DA1919000625}">
      <dgm:prSet/>
      <dgm:spPr/>
      <dgm:t>
        <a:bodyPr/>
        <a:lstStyle/>
        <a:p>
          <a:r>
            <a:rPr lang="en-US" b="1" dirty="0"/>
            <a:t>VR Session: </a:t>
          </a:r>
          <a:r>
            <a:rPr lang="en-US" dirty="0"/>
            <a:t>Complete selected Learning and Practice instructions</a:t>
          </a:r>
        </a:p>
      </dgm:t>
    </dgm:pt>
    <dgm:pt modelId="{E68B36F0-8162-416A-A760-4BEE5AC7F4D3}" type="parTrans" cxnId="{0095C76F-6F96-4E46-A861-BA1BFA548271}">
      <dgm:prSet/>
      <dgm:spPr/>
      <dgm:t>
        <a:bodyPr/>
        <a:lstStyle/>
        <a:p>
          <a:endParaRPr lang="en-US"/>
        </a:p>
      </dgm:t>
    </dgm:pt>
    <dgm:pt modelId="{2E3732CE-35A3-4C5A-8322-C8B91E1D1890}" type="sibTrans" cxnId="{0095C76F-6F96-4E46-A861-BA1BFA548271}">
      <dgm:prSet/>
      <dgm:spPr/>
      <dgm:t>
        <a:bodyPr/>
        <a:lstStyle/>
        <a:p>
          <a:endParaRPr lang="en-US"/>
        </a:p>
      </dgm:t>
    </dgm:pt>
    <dgm:pt modelId="{0210237D-F286-4630-B518-065395CADC4A}">
      <dgm:prSet/>
      <dgm:spPr/>
      <dgm:t>
        <a:bodyPr/>
        <a:lstStyle/>
        <a:p>
          <a:r>
            <a:rPr lang="en-US" b="1" dirty="0"/>
            <a:t>Post-session Evaluation: </a:t>
          </a:r>
          <a:r>
            <a:rPr lang="en-US" dirty="0"/>
            <a:t>System Experience ratings, Knowledge Check, and open-ended feedback responses</a:t>
          </a:r>
        </a:p>
      </dgm:t>
    </dgm:pt>
    <dgm:pt modelId="{F2F1006D-14A2-4FD4-8F67-0E6DFFFC1F74}" type="parTrans" cxnId="{FA10FCDE-4BE2-461C-8FAC-0580B6225733}">
      <dgm:prSet/>
      <dgm:spPr/>
      <dgm:t>
        <a:bodyPr/>
        <a:lstStyle/>
        <a:p>
          <a:endParaRPr lang="en-US"/>
        </a:p>
      </dgm:t>
    </dgm:pt>
    <dgm:pt modelId="{FABF025D-4EA4-427F-8389-3C276B7F8FBD}" type="sibTrans" cxnId="{FA10FCDE-4BE2-461C-8FAC-0580B6225733}">
      <dgm:prSet/>
      <dgm:spPr/>
      <dgm:t>
        <a:bodyPr/>
        <a:lstStyle/>
        <a:p>
          <a:endParaRPr lang="en-US"/>
        </a:p>
      </dgm:t>
    </dgm:pt>
    <dgm:pt modelId="{3953D000-69DC-4C0A-BE09-3E1C08BB1ED3}" type="pres">
      <dgm:prSet presAssocID="{8282AF18-DF2E-4BC6-BA60-B0696B107FFB}" presName="outerComposite" presStyleCnt="0">
        <dgm:presLayoutVars>
          <dgm:chMax val="5"/>
          <dgm:dir/>
          <dgm:resizeHandles val="exact"/>
        </dgm:presLayoutVars>
      </dgm:prSet>
      <dgm:spPr/>
    </dgm:pt>
    <dgm:pt modelId="{C58A8C61-601B-4484-A579-D74C44E8A5AB}" type="pres">
      <dgm:prSet presAssocID="{8282AF18-DF2E-4BC6-BA60-B0696B107FFB}" presName="dummyMaxCanvas" presStyleCnt="0">
        <dgm:presLayoutVars/>
      </dgm:prSet>
      <dgm:spPr/>
    </dgm:pt>
    <dgm:pt modelId="{25425E6D-B47D-43AF-A520-47121370DE5C}" type="pres">
      <dgm:prSet presAssocID="{8282AF18-DF2E-4BC6-BA60-B0696B107FFB}" presName="FourNodes_1" presStyleLbl="node1" presStyleIdx="0" presStyleCnt="4">
        <dgm:presLayoutVars>
          <dgm:bulletEnabled val="1"/>
        </dgm:presLayoutVars>
      </dgm:prSet>
      <dgm:spPr/>
    </dgm:pt>
    <dgm:pt modelId="{8DC8B9C4-47E3-44CC-97C5-4275BFACBB4E}" type="pres">
      <dgm:prSet presAssocID="{8282AF18-DF2E-4BC6-BA60-B0696B107FFB}" presName="FourNodes_2" presStyleLbl="node1" presStyleIdx="1" presStyleCnt="4">
        <dgm:presLayoutVars>
          <dgm:bulletEnabled val="1"/>
        </dgm:presLayoutVars>
      </dgm:prSet>
      <dgm:spPr/>
    </dgm:pt>
    <dgm:pt modelId="{431766F8-CCBA-4DF6-9582-A6844A097DB6}" type="pres">
      <dgm:prSet presAssocID="{8282AF18-DF2E-4BC6-BA60-B0696B107FFB}" presName="FourNodes_3" presStyleLbl="node1" presStyleIdx="2" presStyleCnt="4">
        <dgm:presLayoutVars>
          <dgm:bulletEnabled val="1"/>
        </dgm:presLayoutVars>
      </dgm:prSet>
      <dgm:spPr/>
    </dgm:pt>
    <dgm:pt modelId="{A1988539-56C2-4485-B83E-5BFC155B48BB}" type="pres">
      <dgm:prSet presAssocID="{8282AF18-DF2E-4BC6-BA60-B0696B107FFB}" presName="FourNodes_4" presStyleLbl="node1" presStyleIdx="3" presStyleCnt="4">
        <dgm:presLayoutVars>
          <dgm:bulletEnabled val="1"/>
        </dgm:presLayoutVars>
      </dgm:prSet>
      <dgm:spPr/>
    </dgm:pt>
    <dgm:pt modelId="{B22244E4-A503-41CA-88D4-A01CA5A708BD}" type="pres">
      <dgm:prSet presAssocID="{8282AF18-DF2E-4BC6-BA60-B0696B107FFB}" presName="FourConn_1-2" presStyleLbl="fgAccFollowNode1" presStyleIdx="0" presStyleCnt="3">
        <dgm:presLayoutVars>
          <dgm:bulletEnabled val="1"/>
        </dgm:presLayoutVars>
      </dgm:prSet>
      <dgm:spPr/>
    </dgm:pt>
    <dgm:pt modelId="{F84E7110-2439-4E39-A9FA-C6864AE8AE9C}" type="pres">
      <dgm:prSet presAssocID="{8282AF18-DF2E-4BC6-BA60-B0696B107FFB}" presName="FourConn_2-3" presStyleLbl="fgAccFollowNode1" presStyleIdx="1" presStyleCnt="3">
        <dgm:presLayoutVars>
          <dgm:bulletEnabled val="1"/>
        </dgm:presLayoutVars>
      </dgm:prSet>
      <dgm:spPr/>
    </dgm:pt>
    <dgm:pt modelId="{2C6893AF-E5A7-4859-9431-264707FC9925}" type="pres">
      <dgm:prSet presAssocID="{8282AF18-DF2E-4BC6-BA60-B0696B107FFB}" presName="FourConn_3-4" presStyleLbl="fgAccFollowNode1" presStyleIdx="2" presStyleCnt="3">
        <dgm:presLayoutVars>
          <dgm:bulletEnabled val="1"/>
        </dgm:presLayoutVars>
      </dgm:prSet>
      <dgm:spPr/>
    </dgm:pt>
    <dgm:pt modelId="{D84FE32E-701C-4174-8E1E-01E86991F50E}" type="pres">
      <dgm:prSet presAssocID="{8282AF18-DF2E-4BC6-BA60-B0696B107FFB}" presName="FourNodes_1_text" presStyleLbl="node1" presStyleIdx="3" presStyleCnt="4">
        <dgm:presLayoutVars>
          <dgm:bulletEnabled val="1"/>
        </dgm:presLayoutVars>
      </dgm:prSet>
      <dgm:spPr/>
    </dgm:pt>
    <dgm:pt modelId="{9833E826-C076-429E-BF5E-C60F98CCCE43}" type="pres">
      <dgm:prSet presAssocID="{8282AF18-DF2E-4BC6-BA60-B0696B107FFB}" presName="FourNodes_2_text" presStyleLbl="node1" presStyleIdx="3" presStyleCnt="4">
        <dgm:presLayoutVars>
          <dgm:bulletEnabled val="1"/>
        </dgm:presLayoutVars>
      </dgm:prSet>
      <dgm:spPr/>
    </dgm:pt>
    <dgm:pt modelId="{861DB388-8703-40EF-987F-B6C8B4741F2C}" type="pres">
      <dgm:prSet presAssocID="{8282AF18-DF2E-4BC6-BA60-B0696B107FFB}" presName="FourNodes_3_text" presStyleLbl="node1" presStyleIdx="3" presStyleCnt="4">
        <dgm:presLayoutVars>
          <dgm:bulletEnabled val="1"/>
        </dgm:presLayoutVars>
      </dgm:prSet>
      <dgm:spPr/>
    </dgm:pt>
    <dgm:pt modelId="{FC9EA64E-CC85-4445-8576-AD4E8CA40508}" type="pres">
      <dgm:prSet presAssocID="{8282AF18-DF2E-4BC6-BA60-B0696B107FF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239F918-0D66-4339-BB84-1654E6DF622D}" type="presOf" srcId="{22C9B38C-CD12-4B34-803B-12A3019B936F}" destId="{D84FE32E-701C-4174-8E1E-01E86991F50E}" srcOrd="1" destOrd="0" presId="urn:microsoft.com/office/officeart/2005/8/layout/vProcess5"/>
    <dgm:cxn modelId="{7268D02E-D2BA-474F-9E84-6E6B03B0B452}" type="presOf" srcId="{19EF892F-BAFA-434D-A439-523095CA0F13}" destId="{8DC8B9C4-47E3-44CC-97C5-4275BFACBB4E}" srcOrd="0" destOrd="0" presId="urn:microsoft.com/office/officeart/2005/8/layout/vProcess5"/>
    <dgm:cxn modelId="{86943A3B-2A9C-4EEB-84A1-E3CED263A314}" srcId="{8282AF18-DF2E-4BC6-BA60-B0696B107FFB}" destId="{19EF892F-BAFA-434D-A439-523095CA0F13}" srcOrd="1" destOrd="0" parTransId="{3241E834-6D28-479D-8BA9-2EA5808307CF}" sibTransId="{B1CD1DAA-784C-4982-BDE4-6A3F4A2AC926}"/>
    <dgm:cxn modelId="{CAEAE240-6BE2-42E5-AB5E-3C8CC3B7CD28}" type="presOf" srcId="{0210237D-F286-4630-B518-065395CADC4A}" destId="{A1988539-56C2-4485-B83E-5BFC155B48BB}" srcOrd="0" destOrd="0" presId="urn:microsoft.com/office/officeart/2005/8/layout/vProcess5"/>
    <dgm:cxn modelId="{1C3DD368-50AA-4A29-9735-784DE3F7EBA8}" type="presOf" srcId="{B1CD1DAA-784C-4982-BDE4-6A3F4A2AC926}" destId="{F84E7110-2439-4E39-A9FA-C6864AE8AE9C}" srcOrd="0" destOrd="0" presId="urn:microsoft.com/office/officeart/2005/8/layout/vProcess5"/>
    <dgm:cxn modelId="{0095C76F-6F96-4E46-A861-BA1BFA548271}" srcId="{8282AF18-DF2E-4BC6-BA60-B0696B107FFB}" destId="{B8CC3A14-F275-492B-B963-DA1919000625}" srcOrd="2" destOrd="0" parTransId="{E68B36F0-8162-416A-A760-4BEE5AC7F4D3}" sibTransId="{2E3732CE-35A3-4C5A-8322-C8B91E1D1890}"/>
    <dgm:cxn modelId="{4DC46858-1DF8-477F-B30D-4577ECDA484A}" type="presOf" srcId="{22C9B38C-CD12-4B34-803B-12A3019B936F}" destId="{25425E6D-B47D-43AF-A520-47121370DE5C}" srcOrd="0" destOrd="0" presId="urn:microsoft.com/office/officeart/2005/8/layout/vProcess5"/>
    <dgm:cxn modelId="{4CFC3A85-09AD-4FA0-8218-103A8E0BE6F9}" type="presOf" srcId="{8282AF18-DF2E-4BC6-BA60-B0696B107FFB}" destId="{3953D000-69DC-4C0A-BE09-3E1C08BB1ED3}" srcOrd="0" destOrd="0" presId="urn:microsoft.com/office/officeart/2005/8/layout/vProcess5"/>
    <dgm:cxn modelId="{47F3428B-66B7-4E3F-AEC4-116B270A0EF7}" srcId="{8282AF18-DF2E-4BC6-BA60-B0696B107FFB}" destId="{22C9B38C-CD12-4B34-803B-12A3019B936F}" srcOrd="0" destOrd="0" parTransId="{7BE104FF-1391-4E2C-8BD7-802071809B69}" sibTransId="{260DCD11-03BD-4BCE-9513-F9F8714AEC57}"/>
    <dgm:cxn modelId="{D352FE9B-6DD4-4E6D-A45C-9ED108DDE046}" type="presOf" srcId="{B8CC3A14-F275-492B-B963-DA1919000625}" destId="{861DB388-8703-40EF-987F-B6C8B4741F2C}" srcOrd="1" destOrd="0" presId="urn:microsoft.com/office/officeart/2005/8/layout/vProcess5"/>
    <dgm:cxn modelId="{DDA770A5-ED7C-492C-A954-DFE629F27E48}" type="presOf" srcId="{B8CC3A14-F275-492B-B963-DA1919000625}" destId="{431766F8-CCBA-4DF6-9582-A6844A097DB6}" srcOrd="0" destOrd="0" presId="urn:microsoft.com/office/officeart/2005/8/layout/vProcess5"/>
    <dgm:cxn modelId="{90FDE5CB-9E9C-48E1-A260-6FADC2C68E60}" type="presOf" srcId="{19EF892F-BAFA-434D-A439-523095CA0F13}" destId="{9833E826-C076-429E-BF5E-C60F98CCCE43}" srcOrd="1" destOrd="0" presId="urn:microsoft.com/office/officeart/2005/8/layout/vProcess5"/>
    <dgm:cxn modelId="{4D80B3DD-077B-4597-894A-12607CCE9F5E}" type="presOf" srcId="{260DCD11-03BD-4BCE-9513-F9F8714AEC57}" destId="{B22244E4-A503-41CA-88D4-A01CA5A708BD}" srcOrd="0" destOrd="0" presId="urn:microsoft.com/office/officeart/2005/8/layout/vProcess5"/>
    <dgm:cxn modelId="{FA10FCDE-4BE2-461C-8FAC-0580B6225733}" srcId="{8282AF18-DF2E-4BC6-BA60-B0696B107FFB}" destId="{0210237D-F286-4630-B518-065395CADC4A}" srcOrd="3" destOrd="0" parTransId="{F2F1006D-14A2-4FD4-8F67-0E6DFFFC1F74}" sibTransId="{FABF025D-4EA4-427F-8389-3C276B7F8FBD}"/>
    <dgm:cxn modelId="{5B5EEDE0-83A5-4B80-B941-E5E8F1E4C52C}" type="presOf" srcId="{0210237D-F286-4630-B518-065395CADC4A}" destId="{FC9EA64E-CC85-4445-8576-AD4E8CA40508}" srcOrd="1" destOrd="0" presId="urn:microsoft.com/office/officeart/2005/8/layout/vProcess5"/>
    <dgm:cxn modelId="{B7CE3CF7-E85D-4A18-883F-27EA1A3C3077}" type="presOf" srcId="{2E3732CE-35A3-4C5A-8322-C8B91E1D1890}" destId="{2C6893AF-E5A7-4859-9431-264707FC9925}" srcOrd="0" destOrd="0" presId="urn:microsoft.com/office/officeart/2005/8/layout/vProcess5"/>
    <dgm:cxn modelId="{5290BD80-AFA0-4C89-A902-F17BCE86A711}" type="presParOf" srcId="{3953D000-69DC-4C0A-BE09-3E1C08BB1ED3}" destId="{C58A8C61-601B-4484-A579-D74C44E8A5AB}" srcOrd="0" destOrd="0" presId="urn:microsoft.com/office/officeart/2005/8/layout/vProcess5"/>
    <dgm:cxn modelId="{B4038053-D828-45CE-8A23-8B62BA3183D1}" type="presParOf" srcId="{3953D000-69DC-4C0A-BE09-3E1C08BB1ED3}" destId="{25425E6D-B47D-43AF-A520-47121370DE5C}" srcOrd="1" destOrd="0" presId="urn:microsoft.com/office/officeart/2005/8/layout/vProcess5"/>
    <dgm:cxn modelId="{7A0100A5-75B4-4F49-9831-C9FB18C877E9}" type="presParOf" srcId="{3953D000-69DC-4C0A-BE09-3E1C08BB1ED3}" destId="{8DC8B9C4-47E3-44CC-97C5-4275BFACBB4E}" srcOrd="2" destOrd="0" presId="urn:microsoft.com/office/officeart/2005/8/layout/vProcess5"/>
    <dgm:cxn modelId="{29C33243-A29E-4A7F-9ABC-05D0FE573BAF}" type="presParOf" srcId="{3953D000-69DC-4C0A-BE09-3E1C08BB1ED3}" destId="{431766F8-CCBA-4DF6-9582-A6844A097DB6}" srcOrd="3" destOrd="0" presId="urn:microsoft.com/office/officeart/2005/8/layout/vProcess5"/>
    <dgm:cxn modelId="{DC37B2F4-BABF-4D34-8912-41DAEDABF750}" type="presParOf" srcId="{3953D000-69DC-4C0A-BE09-3E1C08BB1ED3}" destId="{A1988539-56C2-4485-B83E-5BFC155B48BB}" srcOrd="4" destOrd="0" presId="urn:microsoft.com/office/officeart/2005/8/layout/vProcess5"/>
    <dgm:cxn modelId="{96FF4F11-89A9-45B1-9652-ED0E89357079}" type="presParOf" srcId="{3953D000-69DC-4C0A-BE09-3E1C08BB1ED3}" destId="{B22244E4-A503-41CA-88D4-A01CA5A708BD}" srcOrd="5" destOrd="0" presId="urn:microsoft.com/office/officeart/2005/8/layout/vProcess5"/>
    <dgm:cxn modelId="{4E6B6CD3-0A2B-44F1-A2AF-90DF436B5E08}" type="presParOf" srcId="{3953D000-69DC-4C0A-BE09-3E1C08BB1ED3}" destId="{F84E7110-2439-4E39-A9FA-C6864AE8AE9C}" srcOrd="6" destOrd="0" presId="urn:microsoft.com/office/officeart/2005/8/layout/vProcess5"/>
    <dgm:cxn modelId="{22D09C89-D63A-4FC8-B41B-65F7A15C9979}" type="presParOf" srcId="{3953D000-69DC-4C0A-BE09-3E1C08BB1ED3}" destId="{2C6893AF-E5A7-4859-9431-264707FC9925}" srcOrd="7" destOrd="0" presId="urn:microsoft.com/office/officeart/2005/8/layout/vProcess5"/>
    <dgm:cxn modelId="{BD2A23C7-F10F-4A6C-91E4-B3209EF50049}" type="presParOf" srcId="{3953D000-69DC-4C0A-BE09-3E1C08BB1ED3}" destId="{D84FE32E-701C-4174-8E1E-01E86991F50E}" srcOrd="8" destOrd="0" presId="urn:microsoft.com/office/officeart/2005/8/layout/vProcess5"/>
    <dgm:cxn modelId="{4B76E9B3-D0EB-47B3-96BE-233BC9EC5156}" type="presParOf" srcId="{3953D000-69DC-4C0A-BE09-3E1C08BB1ED3}" destId="{9833E826-C076-429E-BF5E-C60F98CCCE43}" srcOrd="9" destOrd="0" presId="urn:microsoft.com/office/officeart/2005/8/layout/vProcess5"/>
    <dgm:cxn modelId="{9368B62F-8923-4F01-B097-AC27B65EAD57}" type="presParOf" srcId="{3953D000-69DC-4C0A-BE09-3E1C08BB1ED3}" destId="{861DB388-8703-40EF-987F-B6C8B4741F2C}" srcOrd="10" destOrd="0" presId="urn:microsoft.com/office/officeart/2005/8/layout/vProcess5"/>
    <dgm:cxn modelId="{EC6546ED-69A5-4EB8-9396-74AD8C510DEA}" type="presParOf" srcId="{3953D000-69DC-4C0A-BE09-3E1C08BB1ED3}" destId="{FC9EA64E-CC85-4445-8576-AD4E8CA4050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F3AABD-8391-48CC-A9FF-73E9C6DF82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9608DBF-BB80-449F-9603-EF3C3CB80E7B}">
      <dgm:prSet/>
      <dgm:spPr/>
      <dgm:t>
        <a:bodyPr/>
        <a:lstStyle/>
        <a:p>
          <a:r>
            <a:rPr lang="en-US"/>
            <a:t>The prototype was scoped as a </a:t>
          </a:r>
          <a:r>
            <a:rPr lang="en-US" b="1"/>
            <a:t>single-cycle MIPS learning environment</a:t>
          </a:r>
          <a:r>
            <a:rPr lang="en-US"/>
            <a:t>, not a full architectural simulator, to keep the experience teachable, testable, and stable.</a:t>
          </a:r>
        </a:p>
      </dgm:t>
    </dgm:pt>
    <dgm:pt modelId="{3881AAD2-9168-4612-9D98-D4F82E84D8A6}" type="parTrans" cxnId="{7F4FD6F9-C1BC-4241-8BB8-823F0504B4E7}">
      <dgm:prSet/>
      <dgm:spPr/>
      <dgm:t>
        <a:bodyPr/>
        <a:lstStyle/>
        <a:p>
          <a:endParaRPr lang="en-US"/>
        </a:p>
      </dgm:t>
    </dgm:pt>
    <dgm:pt modelId="{1F859C2B-80FB-4F45-A1D3-0D43F2B6DE79}" type="sibTrans" cxnId="{7F4FD6F9-C1BC-4241-8BB8-823F0504B4E7}">
      <dgm:prSet/>
      <dgm:spPr/>
      <dgm:t>
        <a:bodyPr/>
        <a:lstStyle/>
        <a:p>
          <a:endParaRPr lang="en-US"/>
        </a:p>
      </dgm:t>
    </dgm:pt>
    <dgm:pt modelId="{0E6454B1-EA8E-4A1D-8E58-93D2A8049798}">
      <dgm:prSet/>
      <dgm:spPr/>
      <dgm:t>
        <a:bodyPr/>
        <a:lstStyle/>
        <a:p>
          <a:r>
            <a:rPr lang="en-US" b="1"/>
            <a:t>Instruction Decode was narrowed to operand preparation</a:t>
          </a:r>
          <a:r>
            <a:rPr lang="en-US"/>
            <a:t>: learners identify the instruction fields and gather the operands actually read at that stage, while destination selection is deferred to </a:t>
          </a:r>
          <a:r>
            <a:rPr lang="en-US" b="1"/>
            <a:t>Write-Back</a:t>
          </a:r>
          <a:r>
            <a:rPr lang="en-US"/>
            <a:t>.</a:t>
          </a:r>
        </a:p>
      </dgm:t>
    </dgm:pt>
    <dgm:pt modelId="{1F8AB63B-C2B4-471D-BD44-225E95DBCC27}" type="parTrans" cxnId="{54651BDD-E917-4A6C-AF8B-11F7F8516F4B}">
      <dgm:prSet/>
      <dgm:spPr/>
      <dgm:t>
        <a:bodyPr/>
        <a:lstStyle/>
        <a:p>
          <a:endParaRPr lang="en-US"/>
        </a:p>
      </dgm:t>
    </dgm:pt>
    <dgm:pt modelId="{FEFDD40B-6EC0-4096-98EC-AC0045029760}" type="sibTrans" cxnId="{54651BDD-E917-4A6C-AF8B-11F7F8516F4B}">
      <dgm:prSet/>
      <dgm:spPr/>
      <dgm:t>
        <a:bodyPr/>
        <a:lstStyle/>
        <a:p>
          <a:endParaRPr lang="en-US"/>
        </a:p>
      </dgm:t>
    </dgm:pt>
    <dgm:pt modelId="{74482BBE-9CA1-4FD5-9D6D-C5E1609BCAED}">
      <dgm:prSet/>
      <dgm:spPr/>
      <dgm:t>
        <a:bodyPr/>
        <a:lstStyle/>
        <a:p>
          <a:r>
            <a:rPr lang="en-US" b="1"/>
            <a:t>Control-signal decisions were distributed across later phases</a:t>
          </a:r>
          <a:r>
            <a:rPr lang="en-US"/>
            <a:t> instead of being fully resolved in Decode, so EX, MEM, and WB each retain meaningful learner interaction rather than becoming passive confirmation steps.</a:t>
          </a:r>
        </a:p>
      </dgm:t>
    </dgm:pt>
    <dgm:pt modelId="{0953A5B4-182D-45CB-8A73-C193BC013F39}" type="parTrans" cxnId="{E90F13DA-C9B8-404F-A660-CF0AB51E3A1E}">
      <dgm:prSet/>
      <dgm:spPr/>
      <dgm:t>
        <a:bodyPr/>
        <a:lstStyle/>
        <a:p>
          <a:endParaRPr lang="en-US"/>
        </a:p>
      </dgm:t>
    </dgm:pt>
    <dgm:pt modelId="{C3D5E40D-1D12-4C65-B9E4-8A0C6E184818}" type="sibTrans" cxnId="{E90F13DA-C9B8-404F-A660-CF0AB51E3A1E}">
      <dgm:prSet/>
      <dgm:spPr/>
      <dgm:t>
        <a:bodyPr/>
        <a:lstStyle/>
        <a:p>
          <a:endParaRPr lang="en-US"/>
        </a:p>
      </dgm:t>
    </dgm:pt>
    <dgm:pt modelId="{E4B5A417-BED1-4300-89C1-5A2E4940B4ED}">
      <dgm:prSet/>
      <dgm:spPr/>
      <dgm:t>
        <a:bodyPr/>
        <a:lstStyle/>
        <a:p>
          <a:r>
            <a:rPr lang="en-US" b="1"/>
            <a:t>Register selection and value flow were separated</a:t>
          </a:r>
          <a:r>
            <a:rPr lang="en-US"/>
            <a:t>: learners choose physical registers in Decode, while later phases operate on emitted datapackets, making value movement easier to track through the datapath.</a:t>
          </a:r>
        </a:p>
      </dgm:t>
    </dgm:pt>
    <dgm:pt modelId="{6509E984-02EC-4910-96FD-691D076B239C}" type="parTrans" cxnId="{C9F3FD36-86D2-4882-A3AC-7D9A5C20A184}">
      <dgm:prSet/>
      <dgm:spPr/>
      <dgm:t>
        <a:bodyPr/>
        <a:lstStyle/>
        <a:p>
          <a:endParaRPr lang="en-US"/>
        </a:p>
      </dgm:t>
    </dgm:pt>
    <dgm:pt modelId="{39CA92C0-7C19-4D37-AB5E-91B9336DD5E6}" type="sibTrans" cxnId="{C9F3FD36-86D2-4882-A3AC-7D9A5C20A184}">
      <dgm:prSet/>
      <dgm:spPr/>
      <dgm:t>
        <a:bodyPr/>
        <a:lstStyle/>
        <a:p>
          <a:endParaRPr lang="en-US"/>
        </a:p>
      </dgm:t>
    </dgm:pt>
    <dgm:pt modelId="{9ED39D91-E2C0-4471-9DE8-EBB5C2D5BB41}" type="pres">
      <dgm:prSet presAssocID="{6FF3AABD-8391-48CC-A9FF-73E9C6DF828A}" presName="root" presStyleCnt="0">
        <dgm:presLayoutVars>
          <dgm:dir/>
          <dgm:resizeHandles val="exact"/>
        </dgm:presLayoutVars>
      </dgm:prSet>
      <dgm:spPr/>
    </dgm:pt>
    <dgm:pt modelId="{77F08938-6BB2-4AEB-AAAF-B084C5F0B5CF}" type="pres">
      <dgm:prSet presAssocID="{49608DBF-BB80-449F-9603-EF3C3CB80E7B}" presName="compNode" presStyleCnt="0"/>
      <dgm:spPr/>
    </dgm:pt>
    <dgm:pt modelId="{46C7E488-0067-4106-BCB6-41741AB10BA8}" type="pres">
      <dgm:prSet presAssocID="{49608DBF-BB80-449F-9603-EF3C3CB80E7B}" presName="bgRect" presStyleLbl="bgShp" presStyleIdx="0" presStyleCnt="4"/>
      <dgm:spPr/>
    </dgm:pt>
    <dgm:pt modelId="{8FDB7B0C-35C8-413A-A1F7-5F3834E8443C}" type="pres">
      <dgm:prSet presAssocID="{49608DBF-BB80-449F-9603-EF3C3CB80E7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D943BC-3D96-4EB1-8EEE-3F4FE6B5031C}" type="pres">
      <dgm:prSet presAssocID="{49608DBF-BB80-449F-9603-EF3C3CB80E7B}" presName="spaceRect" presStyleCnt="0"/>
      <dgm:spPr/>
    </dgm:pt>
    <dgm:pt modelId="{9AFA2EBC-E400-4290-82B8-904F5FFC1CBC}" type="pres">
      <dgm:prSet presAssocID="{49608DBF-BB80-449F-9603-EF3C3CB80E7B}" presName="parTx" presStyleLbl="revTx" presStyleIdx="0" presStyleCnt="4">
        <dgm:presLayoutVars>
          <dgm:chMax val="0"/>
          <dgm:chPref val="0"/>
        </dgm:presLayoutVars>
      </dgm:prSet>
      <dgm:spPr/>
    </dgm:pt>
    <dgm:pt modelId="{E1A17002-5ED6-4CEA-BEB6-5E27DA61B02B}" type="pres">
      <dgm:prSet presAssocID="{1F859C2B-80FB-4F45-A1D3-0D43F2B6DE79}" presName="sibTrans" presStyleCnt="0"/>
      <dgm:spPr/>
    </dgm:pt>
    <dgm:pt modelId="{4BA0FE17-83B8-418A-9AE9-4095F88B2C77}" type="pres">
      <dgm:prSet presAssocID="{0E6454B1-EA8E-4A1D-8E58-93D2A8049798}" presName="compNode" presStyleCnt="0"/>
      <dgm:spPr/>
    </dgm:pt>
    <dgm:pt modelId="{59565A7E-4E83-4BAE-8538-DEE6F8636BE5}" type="pres">
      <dgm:prSet presAssocID="{0E6454B1-EA8E-4A1D-8E58-93D2A8049798}" presName="bgRect" presStyleLbl="bgShp" presStyleIdx="1" presStyleCnt="4"/>
      <dgm:spPr/>
    </dgm:pt>
    <dgm:pt modelId="{8BC76945-9BA1-4324-956B-EBAD420646EB}" type="pres">
      <dgm:prSet presAssocID="{0E6454B1-EA8E-4A1D-8E58-93D2A80497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0C537BC-7B1F-4549-B7D9-3CBFABCBFDFC}" type="pres">
      <dgm:prSet presAssocID="{0E6454B1-EA8E-4A1D-8E58-93D2A8049798}" presName="spaceRect" presStyleCnt="0"/>
      <dgm:spPr/>
    </dgm:pt>
    <dgm:pt modelId="{10CDE9D3-C907-4B70-8B12-E5F4748F99CF}" type="pres">
      <dgm:prSet presAssocID="{0E6454B1-EA8E-4A1D-8E58-93D2A8049798}" presName="parTx" presStyleLbl="revTx" presStyleIdx="1" presStyleCnt="4">
        <dgm:presLayoutVars>
          <dgm:chMax val="0"/>
          <dgm:chPref val="0"/>
        </dgm:presLayoutVars>
      </dgm:prSet>
      <dgm:spPr/>
    </dgm:pt>
    <dgm:pt modelId="{A9EDEFC1-0BDF-4AF4-8742-70AA79175F5C}" type="pres">
      <dgm:prSet presAssocID="{FEFDD40B-6EC0-4096-98EC-AC0045029760}" presName="sibTrans" presStyleCnt="0"/>
      <dgm:spPr/>
    </dgm:pt>
    <dgm:pt modelId="{BC0F9AA7-CDC5-45E2-A015-3EB0CDD683EB}" type="pres">
      <dgm:prSet presAssocID="{74482BBE-9CA1-4FD5-9D6D-C5E1609BCAED}" presName="compNode" presStyleCnt="0"/>
      <dgm:spPr/>
    </dgm:pt>
    <dgm:pt modelId="{16347C97-D32A-430A-AF6F-686F0B3AB209}" type="pres">
      <dgm:prSet presAssocID="{74482BBE-9CA1-4FD5-9D6D-C5E1609BCAED}" presName="bgRect" presStyleLbl="bgShp" presStyleIdx="2" presStyleCnt="4"/>
      <dgm:spPr/>
    </dgm:pt>
    <dgm:pt modelId="{AFD790B0-A118-4384-BECD-EBAF6F1F3E13}" type="pres">
      <dgm:prSet presAssocID="{74482BBE-9CA1-4FD5-9D6D-C5E1609BCAE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69BBCB6-4EF0-4BF6-8EB1-E37B1A391F21}" type="pres">
      <dgm:prSet presAssocID="{74482BBE-9CA1-4FD5-9D6D-C5E1609BCAED}" presName="spaceRect" presStyleCnt="0"/>
      <dgm:spPr/>
    </dgm:pt>
    <dgm:pt modelId="{08F12A90-6505-47E5-96C3-D71EF7C255DF}" type="pres">
      <dgm:prSet presAssocID="{74482BBE-9CA1-4FD5-9D6D-C5E1609BCAED}" presName="parTx" presStyleLbl="revTx" presStyleIdx="2" presStyleCnt="4">
        <dgm:presLayoutVars>
          <dgm:chMax val="0"/>
          <dgm:chPref val="0"/>
        </dgm:presLayoutVars>
      </dgm:prSet>
      <dgm:spPr/>
    </dgm:pt>
    <dgm:pt modelId="{5DDA9490-A80C-4886-8379-E84B052956C6}" type="pres">
      <dgm:prSet presAssocID="{C3D5E40D-1D12-4C65-B9E4-8A0C6E184818}" presName="sibTrans" presStyleCnt="0"/>
      <dgm:spPr/>
    </dgm:pt>
    <dgm:pt modelId="{6AD99448-C50E-4F6F-A2F2-7770BEFDF279}" type="pres">
      <dgm:prSet presAssocID="{E4B5A417-BED1-4300-89C1-5A2E4940B4ED}" presName="compNode" presStyleCnt="0"/>
      <dgm:spPr/>
    </dgm:pt>
    <dgm:pt modelId="{5D7E3912-459E-4B87-9F71-B7AE199F7C08}" type="pres">
      <dgm:prSet presAssocID="{E4B5A417-BED1-4300-89C1-5A2E4940B4ED}" presName="bgRect" presStyleLbl="bgShp" presStyleIdx="3" presStyleCnt="4"/>
      <dgm:spPr/>
    </dgm:pt>
    <dgm:pt modelId="{4B79EB1F-F689-4E6C-B425-AF8FA51752CA}" type="pres">
      <dgm:prSet presAssocID="{E4B5A417-BED1-4300-89C1-5A2E4940B4E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183E3A57-2AC2-484A-977D-7E98BD680747}" type="pres">
      <dgm:prSet presAssocID="{E4B5A417-BED1-4300-89C1-5A2E4940B4ED}" presName="spaceRect" presStyleCnt="0"/>
      <dgm:spPr/>
    </dgm:pt>
    <dgm:pt modelId="{F430C0A6-201E-4F28-8539-7D81B6990BC2}" type="pres">
      <dgm:prSet presAssocID="{E4B5A417-BED1-4300-89C1-5A2E4940B4E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2B97E0A-B406-4B48-BB2D-106E324015DE}" type="presOf" srcId="{E4B5A417-BED1-4300-89C1-5A2E4940B4ED}" destId="{F430C0A6-201E-4F28-8539-7D81B6990BC2}" srcOrd="0" destOrd="0" presId="urn:microsoft.com/office/officeart/2018/2/layout/IconVerticalSolidList"/>
    <dgm:cxn modelId="{C9F3FD36-86D2-4882-A3AC-7D9A5C20A184}" srcId="{6FF3AABD-8391-48CC-A9FF-73E9C6DF828A}" destId="{E4B5A417-BED1-4300-89C1-5A2E4940B4ED}" srcOrd="3" destOrd="0" parTransId="{6509E984-02EC-4910-96FD-691D076B239C}" sibTransId="{39CA92C0-7C19-4D37-AB5E-91B9336DD5E6}"/>
    <dgm:cxn modelId="{4C5FD45E-409B-45B1-9D27-F5876D84809B}" type="presOf" srcId="{74482BBE-9CA1-4FD5-9D6D-C5E1609BCAED}" destId="{08F12A90-6505-47E5-96C3-D71EF7C255DF}" srcOrd="0" destOrd="0" presId="urn:microsoft.com/office/officeart/2018/2/layout/IconVerticalSolidList"/>
    <dgm:cxn modelId="{D292299D-3181-40A4-8EA4-5E777BD1C564}" type="presOf" srcId="{0E6454B1-EA8E-4A1D-8E58-93D2A8049798}" destId="{10CDE9D3-C907-4B70-8B12-E5F4748F99CF}" srcOrd="0" destOrd="0" presId="urn:microsoft.com/office/officeart/2018/2/layout/IconVerticalSolidList"/>
    <dgm:cxn modelId="{9F0E4CD2-7874-4282-8A22-C35B96F2D591}" type="presOf" srcId="{6FF3AABD-8391-48CC-A9FF-73E9C6DF828A}" destId="{9ED39D91-E2C0-4471-9DE8-EBB5C2D5BB41}" srcOrd="0" destOrd="0" presId="urn:microsoft.com/office/officeart/2018/2/layout/IconVerticalSolidList"/>
    <dgm:cxn modelId="{E90F13DA-C9B8-404F-A660-CF0AB51E3A1E}" srcId="{6FF3AABD-8391-48CC-A9FF-73E9C6DF828A}" destId="{74482BBE-9CA1-4FD5-9D6D-C5E1609BCAED}" srcOrd="2" destOrd="0" parTransId="{0953A5B4-182D-45CB-8A73-C193BC013F39}" sibTransId="{C3D5E40D-1D12-4C65-B9E4-8A0C6E184818}"/>
    <dgm:cxn modelId="{54651BDD-E917-4A6C-AF8B-11F7F8516F4B}" srcId="{6FF3AABD-8391-48CC-A9FF-73E9C6DF828A}" destId="{0E6454B1-EA8E-4A1D-8E58-93D2A8049798}" srcOrd="1" destOrd="0" parTransId="{1F8AB63B-C2B4-471D-BD44-225E95DBCC27}" sibTransId="{FEFDD40B-6EC0-4096-98EC-AC0045029760}"/>
    <dgm:cxn modelId="{FF8CBCE9-2D77-4827-A06A-F5628B72DED2}" type="presOf" srcId="{49608DBF-BB80-449F-9603-EF3C3CB80E7B}" destId="{9AFA2EBC-E400-4290-82B8-904F5FFC1CBC}" srcOrd="0" destOrd="0" presId="urn:microsoft.com/office/officeart/2018/2/layout/IconVerticalSolidList"/>
    <dgm:cxn modelId="{7F4FD6F9-C1BC-4241-8BB8-823F0504B4E7}" srcId="{6FF3AABD-8391-48CC-A9FF-73E9C6DF828A}" destId="{49608DBF-BB80-449F-9603-EF3C3CB80E7B}" srcOrd="0" destOrd="0" parTransId="{3881AAD2-9168-4612-9D98-D4F82E84D8A6}" sibTransId="{1F859C2B-80FB-4F45-A1D3-0D43F2B6DE79}"/>
    <dgm:cxn modelId="{3CFEC7C7-68C7-4E49-B95E-8C240AA1FBA4}" type="presParOf" srcId="{9ED39D91-E2C0-4471-9DE8-EBB5C2D5BB41}" destId="{77F08938-6BB2-4AEB-AAAF-B084C5F0B5CF}" srcOrd="0" destOrd="0" presId="urn:microsoft.com/office/officeart/2018/2/layout/IconVerticalSolidList"/>
    <dgm:cxn modelId="{8C63D46D-7092-4772-B397-CD7941C6C642}" type="presParOf" srcId="{77F08938-6BB2-4AEB-AAAF-B084C5F0B5CF}" destId="{46C7E488-0067-4106-BCB6-41741AB10BA8}" srcOrd="0" destOrd="0" presId="urn:microsoft.com/office/officeart/2018/2/layout/IconVerticalSolidList"/>
    <dgm:cxn modelId="{72C6F85E-E005-4763-916D-8DA1BC64605E}" type="presParOf" srcId="{77F08938-6BB2-4AEB-AAAF-B084C5F0B5CF}" destId="{8FDB7B0C-35C8-413A-A1F7-5F3834E8443C}" srcOrd="1" destOrd="0" presId="urn:microsoft.com/office/officeart/2018/2/layout/IconVerticalSolidList"/>
    <dgm:cxn modelId="{360B7E94-20BC-4375-B74C-AA00A859756C}" type="presParOf" srcId="{77F08938-6BB2-4AEB-AAAF-B084C5F0B5CF}" destId="{C8D943BC-3D96-4EB1-8EEE-3F4FE6B5031C}" srcOrd="2" destOrd="0" presId="urn:microsoft.com/office/officeart/2018/2/layout/IconVerticalSolidList"/>
    <dgm:cxn modelId="{E2507019-0583-4275-905B-6E8B1842AE5C}" type="presParOf" srcId="{77F08938-6BB2-4AEB-AAAF-B084C5F0B5CF}" destId="{9AFA2EBC-E400-4290-82B8-904F5FFC1CBC}" srcOrd="3" destOrd="0" presId="urn:microsoft.com/office/officeart/2018/2/layout/IconVerticalSolidList"/>
    <dgm:cxn modelId="{038B36D5-E790-44D6-A073-65E068546C98}" type="presParOf" srcId="{9ED39D91-E2C0-4471-9DE8-EBB5C2D5BB41}" destId="{E1A17002-5ED6-4CEA-BEB6-5E27DA61B02B}" srcOrd="1" destOrd="0" presId="urn:microsoft.com/office/officeart/2018/2/layout/IconVerticalSolidList"/>
    <dgm:cxn modelId="{F4EB3503-0184-4729-B64A-E913E2575AB0}" type="presParOf" srcId="{9ED39D91-E2C0-4471-9DE8-EBB5C2D5BB41}" destId="{4BA0FE17-83B8-418A-9AE9-4095F88B2C77}" srcOrd="2" destOrd="0" presId="urn:microsoft.com/office/officeart/2018/2/layout/IconVerticalSolidList"/>
    <dgm:cxn modelId="{C816170A-8F66-4B53-A081-9A21D83B3531}" type="presParOf" srcId="{4BA0FE17-83B8-418A-9AE9-4095F88B2C77}" destId="{59565A7E-4E83-4BAE-8538-DEE6F8636BE5}" srcOrd="0" destOrd="0" presId="urn:microsoft.com/office/officeart/2018/2/layout/IconVerticalSolidList"/>
    <dgm:cxn modelId="{9CED9CDE-B2B0-46D1-996D-F54CF87C251F}" type="presParOf" srcId="{4BA0FE17-83B8-418A-9AE9-4095F88B2C77}" destId="{8BC76945-9BA1-4324-956B-EBAD420646EB}" srcOrd="1" destOrd="0" presId="urn:microsoft.com/office/officeart/2018/2/layout/IconVerticalSolidList"/>
    <dgm:cxn modelId="{E99C0E7D-C825-4CF1-8793-CEA33C7091DA}" type="presParOf" srcId="{4BA0FE17-83B8-418A-9AE9-4095F88B2C77}" destId="{C0C537BC-7B1F-4549-B7D9-3CBFABCBFDFC}" srcOrd="2" destOrd="0" presId="urn:microsoft.com/office/officeart/2018/2/layout/IconVerticalSolidList"/>
    <dgm:cxn modelId="{535CCF1A-FAA7-46F4-9F78-C47356D7094B}" type="presParOf" srcId="{4BA0FE17-83B8-418A-9AE9-4095F88B2C77}" destId="{10CDE9D3-C907-4B70-8B12-E5F4748F99CF}" srcOrd="3" destOrd="0" presId="urn:microsoft.com/office/officeart/2018/2/layout/IconVerticalSolidList"/>
    <dgm:cxn modelId="{1CB2363A-6A8B-46A7-A362-6AEE02A66470}" type="presParOf" srcId="{9ED39D91-E2C0-4471-9DE8-EBB5C2D5BB41}" destId="{A9EDEFC1-0BDF-4AF4-8742-70AA79175F5C}" srcOrd="3" destOrd="0" presId="urn:microsoft.com/office/officeart/2018/2/layout/IconVerticalSolidList"/>
    <dgm:cxn modelId="{88D000C4-431F-4FA1-B1C4-D17E272A3042}" type="presParOf" srcId="{9ED39D91-E2C0-4471-9DE8-EBB5C2D5BB41}" destId="{BC0F9AA7-CDC5-45E2-A015-3EB0CDD683EB}" srcOrd="4" destOrd="0" presId="urn:microsoft.com/office/officeart/2018/2/layout/IconVerticalSolidList"/>
    <dgm:cxn modelId="{BD00F904-0D5D-4FA1-872E-A0CBA992B7A7}" type="presParOf" srcId="{BC0F9AA7-CDC5-45E2-A015-3EB0CDD683EB}" destId="{16347C97-D32A-430A-AF6F-686F0B3AB209}" srcOrd="0" destOrd="0" presId="urn:microsoft.com/office/officeart/2018/2/layout/IconVerticalSolidList"/>
    <dgm:cxn modelId="{7F404ECE-3BB3-4E3A-A0B5-174A0B3E5806}" type="presParOf" srcId="{BC0F9AA7-CDC5-45E2-A015-3EB0CDD683EB}" destId="{AFD790B0-A118-4384-BECD-EBAF6F1F3E13}" srcOrd="1" destOrd="0" presId="urn:microsoft.com/office/officeart/2018/2/layout/IconVerticalSolidList"/>
    <dgm:cxn modelId="{3E9DA3AC-E148-4334-959F-191DCBD9A105}" type="presParOf" srcId="{BC0F9AA7-CDC5-45E2-A015-3EB0CDD683EB}" destId="{C69BBCB6-4EF0-4BF6-8EB1-E37B1A391F21}" srcOrd="2" destOrd="0" presId="urn:microsoft.com/office/officeart/2018/2/layout/IconVerticalSolidList"/>
    <dgm:cxn modelId="{624612F2-63A0-43DC-90B6-2E69E4F7AF32}" type="presParOf" srcId="{BC0F9AA7-CDC5-45E2-A015-3EB0CDD683EB}" destId="{08F12A90-6505-47E5-96C3-D71EF7C255DF}" srcOrd="3" destOrd="0" presId="urn:microsoft.com/office/officeart/2018/2/layout/IconVerticalSolidList"/>
    <dgm:cxn modelId="{B1922890-E3FF-4475-94FA-15233AA4A242}" type="presParOf" srcId="{9ED39D91-E2C0-4471-9DE8-EBB5C2D5BB41}" destId="{5DDA9490-A80C-4886-8379-E84B052956C6}" srcOrd="5" destOrd="0" presId="urn:microsoft.com/office/officeart/2018/2/layout/IconVerticalSolidList"/>
    <dgm:cxn modelId="{3F29560E-85F0-44C2-9DF0-479EF9AFAFDD}" type="presParOf" srcId="{9ED39D91-E2C0-4471-9DE8-EBB5C2D5BB41}" destId="{6AD99448-C50E-4F6F-A2F2-7770BEFDF279}" srcOrd="6" destOrd="0" presId="urn:microsoft.com/office/officeart/2018/2/layout/IconVerticalSolidList"/>
    <dgm:cxn modelId="{0809B6A4-7277-4EE5-974B-00BF2D46543C}" type="presParOf" srcId="{6AD99448-C50E-4F6F-A2F2-7770BEFDF279}" destId="{5D7E3912-459E-4B87-9F71-B7AE199F7C08}" srcOrd="0" destOrd="0" presId="urn:microsoft.com/office/officeart/2018/2/layout/IconVerticalSolidList"/>
    <dgm:cxn modelId="{58D8D080-CB99-4407-9C51-F60967CBC292}" type="presParOf" srcId="{6AD99448-C50E-4F6F-A2F2-7770BEFDF279}" destId="{4B79EB1F-F689-4E6C-B425-AF8FA51752CA}" srcOrd="1" destOrd="0" presId="urn:microsoft.com/office/officeart/2018/2/layout/IconVerticalSolidList"/>
    <dgm:cxn modelId="{A1B7908F-6567-41BA-88A6-7E6C8497D1CC}" type="presParOf" srcId="{6AD99448-C50E-4F6F-A2F2-7770BEFDF279}" destId="{183E3A57-2AC2-484A-977D-7E98BD680747}" srcOrd="2" destOrd="0" presId="urn:microsoft.com/office/officeart/2018/2/layout/IconVerticalSolidList"/>
    <dgm:cxn modelId="{1AF5CCA3-82E7-48B3-A7BE-B73CAE311D02}" type="presParOf" srcId="{6AD99448-C50E-4F6F-A2F2-7770BEFDF279}" destId="{F430C0A6-201E-4F28-8539-7D81B6990B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F6A5E-A984-4E6C-A002-28B15EA61689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AD9A-6131-41B8-9A49-B4372ABB1F75}">
      <dsp:nvSpPr>
        <dsp:cNvPr id="0" name=""/>
        <dsp:cNvSpPr/>
      </dsp:nvSpPr>
      <dsp:spPr>
        <a:xfrm>
          <a:off x="0" y="0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VR in Computer Science Education</a:t>
          </a:r>
          <a:br>
            <a:rPr lang="en-IN" sz="1600" kern="1200" dirty="0"/>
          </a:br>
          <a:r>
            <a:rPr lang="en-IN" sz="1600" kern="1200" dirty="0"/>
            <a:t>Research suggests that VR can make abstract and invisible processes more tangible through interaction, spatial representation, and guided exploration. Studies commonly report benefits in engagement, presence, and conceptual understanding.</a:t>
          </a:r>
          <a:br>
            <a:rPr lang="en-IN" sz="1400" kern="1200" dirty="0"/>
          </a:br>
          <a:r>
            <a:rPr lang="en-IN" sz="1400" i="1" kern="1200" dirty="0"/>
            <a:t>Pirker et al., 2020; Pirker et al., 2021; Agbo et al., 2021; Janani et al., 2026</a:t>
          </a:r>
          <a:endParaRPr lang="en-US" sz="1400" kern="1200" dirty="0"/>
        </a:p>
      </dsp:txBody>
      <dsp:txXfrm>
        <a:off x="0" y="0"/>
        <a:ext cx="10515600" cy="1198266"/>
      </dsp:txXfrm>
    </dsp:sp>
    <dsp:sp modelId="{D1B44BAC-EA83-40AF-BACB-075EFB4EA624}">
      <dsp:nvSpPr>
        <dsp:cNvPr id="0" name=""/>
        <dsp:cNvSpPr/>
      </dsp:nvSpPr>
      <dsp:spPr>
        <a:xfrm>
          <a:off x="0" y="119826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48DF3-E852-4379-A550-29911C3FC03E}">
      <dsp:nvSpPr>
        <dsp:cNvPr id="0" name=""/>
        <dsp:cNvSpPr/>
      </dsp:nvSpPr>
      <dsp:spPr>
        <a:xfrm>
          <a:off x="0" y="1198266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Computer Architecture Learning</a:t>
          </a:r>
          <a:br>
            <a:rPr lang="en-IN" sz="1600" kern="1200" dirty="0"/>
          </a:br>
          <a:r>
            <a:rPr lang="en-IN" sz="1600" kern="1200" dirty="0"/>
            <a:t>Previous systems have explored experiential learning, simulations, and serious games for teaching processor organisation and related concepts. However, this remains a relatively small area of research.</a:t>
          </a:r>
          <a:br>
            <a:rPr lang="en-IN" sz="1400" kern="1200" dirty="0"/>
          </a:br>
          <a:r>
            <a:rPr lang="en-US" sz="1400" i="1" kern="1200" dirty="0"/>
            <a:t>Dascalu et al., 2017; Tlili et al., 2016; Tan et al., 2023</a:t>
          </a:r>
          <a:endParaRPr lang="en-US" sz="1400" kern="1200" dirty="0"/>
        </a:p>
      </dsp:txBody>
      <dsp:txXfrm>
        <a:off x="0" y="1198266"/>
        <a:ext cx="10515600" cy="1198266"/>
      </dsp:txXfrm>
    </dsp:sp>
    <dsp:sp modelId="{85AF648C-2909-4FA3-B883-C2C9066D4812}">
      <dsp:nvSpPr>
        <dsp:cNvPr id="0" name=""/>
        <dsp:cNvSpPr/>
      </dsp:nvSpPr>
      <dsp:spPr>
        <a:xfrm>
          <a:off x="0" y="2396532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561D0-5E80-4E6C-A3B2-B8B4D3F7ACB5}">
      <dsp:nvSpPr>
        <dsp:cNvPr id="0" name=""/>
        <dsp:cNvSpPr/>
      </dsp:nvSpPr>
      <dsp:spPr>
        <a:xfrm>
          <a:off x="0" y="2396532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Lessons from Existing Work</a:t>
          </a:r>
          <a:br>
            <a:rPr lang="en-IN" sz="1600" kern="1200" dirty="0"/>
          </a:br>
          <a:r>
            <a:rPr lang="en-IN" sz="1600" kern="1200" dirty="0"/>
            <a:t>Immersion alone does not guarantee effective learning. Clear visualisation, intuitive interaction, appropriate guidance, and careful management of cognitive load remain essential.</a:t>
          </a:r>
          <a:br>
            <a:rPr lang="en-IN" sz="1400" kern="1200" dirty="0"/>
          </a:br>
          <a:r>
            <a:rPr lang="en-US" sz="1400" i="1" kern="1200" dirty="0"/>
            <a:t>Cook et al., 2019; Korkut &amp; Surer, 2023</a:t>
          </a:r>
          <a:endParaRPr lang="en-US" sz="1400" kern="1200" dirty="0"/>
        </a:p>
      </dsp:txBody>
      <dsp:txXfrm>
        <a:off x="0" y="2396532"/>
        <a:ext cx="10515600" cy="1198266"/>
      </dsp:txXfrm>
    </dsp:sp>
    <dsp:sp modelId="{8CC679A7-3C1F-4548-B35F-EDC1D28EFAA9}">
      <dsp:nvSpPr>
        <dsp:cNvPr id="0" name=""/>
        <dsp:cNvSpPr/>
      </dsp:nvSpPr>
      <dsp:spPr>
        <a:xfrm>
          <a:off x="0" y="3594798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049B9-B500-45DA-91C8-8951C9EE9CD8}">
      <dsp:nvSpPr>
        <dsp:cNvPr id="0" name=""/>
        <dsp:cNvSpPr/>
      </dsp:nvSpPr>
      <dsp:spPr>
        <a:xfrm>
          <a:off x="0" y="3594798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Remaining Gap</a:t>
          </a:r>
          <a:br>
            <a:rPr lang="en-IN" sz="1600" kern="1200" dirty="0"/>
          </a:br>
          <a:r>
            <a:rPr lang="en-US" sz="1600" kern="1200" dirty="0"/>
            <a:t>Existing research demonstrates the potential of VR for computer science education, but focused tools that help students trace instruction execution, data values, and control signals through a processor </a:t>
          </a:r>
          <a:r>
            <a:rPr lang="en-US" sz="1600" kern="1200" dirty="0" err="1"/>
            <a:t>datapath</a:t>
          </a:r>
          <a:r>
            <a:rPr lang="en-US" sz="1600" kern="1200" dirty="0"/>
            <a:t> remain limited. Many existing examples are proof-of-concept systems, broad investigations, or adjacent educational tools rather than structured experiences specifically designed around instruction execution.</a:t>
          </a:r>
        </a:p>
      </dsp:txBody>
      <dsp:txXfrm>
        <a:off x="0" y="3594798"/>
        <a:ext cx="10515600" cy="1198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425B2-F9BC-4A1C-B394-7571CBAC09CB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Test Mode</a:t>
          </a:r>
          <a:endParaRPr lang="en-US" sz="2000" kern="1200"/>
        </a:p>
      </dsp:txBody>
      <dsp:txXfrm>
        <a:off x="0" y="3275482"/>
        <a:ext cx="10515600" cy="580546"/>
      </dsp:txXfrm>
    </dsp:sp>
    <dsp:sp modelId="{C06EEDF8-3F9C-4901-98C4-1509C4CF4D9A}">
      <dsp:nvSpPr>
        <dsp:cNvPr id="0" name=""/>
        <dsp:cNvSpPr/>
      </dsp:nvSpPr>
      <dsp:spPr>
        <a:xfrm>
          <a:off x="5134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lesson panel or hint panel</a:t>
          </a:r>
        </a:p>
      </dsp:txBody>
      <dsp:txXfrm>
        <a:off x="5134" y="3834527"/>
        <a:ext cx="3501776" cy="494539"/>
      </dsp:txXfrm>
    </dsp:sp>
    <dsp:sp modelId="{563B52A1-268D-431B-A69D-899A194B7568}">
      <dsp:nvSpPr>
        <dsp:cNvPr id="0" name=""/>
        <dsp:cNvSpPr/>
      </dsp:nvSpPr>
      <dsp:spPr>
        <a:xfrm>
          <a:off x="3506911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Minimal tolerance for mistakes</a:t>
          </a:r>
        </a:p>
      </dsp:txBody>
      <dsp:txXfrm>
        <a:off x="3506911" y="3834527"/>
        <a:ext cx="3501776" cy="494539"/>
      </dsp:txXfrm>
    </dsp:sp>
    <dsp:sp modelId="{6959959B-2BEF-48B7-AB36-EC5F04E36053}">
      <dsp:nvSpPr>
        <dsp:cNvPr id="0" name=""/>
        <dsp:cNvSpPr/>
      </dsp:nvSpPr>
      <dsp:spPr>
        <a:xfrm>
          <a:off x="7008688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Functions as the strict assessment version of the same lesson flow</a:t>
          </a:r>
        </a:p>
      </dsp:txBody>
      <dsp:txXfrm>
        <a:off x="7008688" y="3834527"/>
        <a:ext cx="3501776" cy="494539"/>
      </dsp:txXfrm>
    </dsp:sp>
    <dsp:sp modelId="{48462870-6142-4604-820B-B2C513AA2258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Practice Mode</a:t>
          </a:r>
          <a:endParaRPr lang="en-US" sz="2000" kern="1200"/>
        </a:p>
      </dsp:txBody>
      <dsp:txXfrm rot="-10800000">
        <a:off x="0" y="1638125"/>
        <a:ext cx="10515600" cy="580372"/>
      </dsp:txXfrm>
    </dsp:sp>
    <dsp:sp modelId="{3DBECBB6-9D9E-4075-8F8F-55DBEF7F05E8}">
      <dsp:nvSpPr>
        <dsp:cNvPr id="0" name=""/>
        <dsp:cNvSpPr/>
      </dsp:nvSpPr>
      <dsp:spPr>
        <a:xfrm>
          <a:off x="5134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Reduced guidance</a:t>
          </a:r>
        </a:p>
      </dsp:txBody>
      <dsp:txXfrm>
        <a:off x="5134" y="2218498"/>
        <a:ext cx="3501776" cy="494391"/>
      </dsp:txXfrm>
    </dsp:sp>
    <dsp:sp modelId="{FA16532B-07EA-492E-98A1-DD347B5434C4}">
      <dsp:nvSpPr>
        <dsp:cNvPr id="0" name=""/>
        <dsp:cNvSpPr/>
      </dsp:nvSpPr>
      <dsp:spPr>
        <a:xfrm>
          <a:off x="3506911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Learner must decode the instruction independently</a:t>
          </a:r>
        </a:p>
      </dsp:txBody>
      <dsp:txXfrm>
        <a:off x="3506911" y="2218498"/>
        <a:ext cx="3501776" cy="494391"/>
      </dsp:txXfrm>
    </dsp:sp>
    <dsp:sp modelId="{C920FD06-8BD9-4623-BD8C-0A78F21ED4FF}">
      <dsp:nvSpPr>
        <dsp:cNvPr id="0" name=""/>
        <dsp:cNvSpPr/>
      </dsp:nvSpPr>
      <dsp:spPr>
        <a:xfrm>
          <a:off x="7008688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Limited hints and limited attempts</a:t>
          </a:r>
        </a:p>
      </dsp:txBody>
      <dsp:txXfrm>
        <a:off x="7008688" y="2218498"/>
        <a:ext cx="3501776" cy="494391"/>
      </dsp:txXfrm>
    </dsp:sp>
    <dsp:sp modelId="{84C3D93E-2673-43F2-8223-0ED71784B9EB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Learning Mode</a:t>
          </a:r>
          <a:endParaRPr lang="en-US" sz="2000" kern="1200"/>
        </a:p>
      </dsp:txBody>
      <dsp:txXfrm rot="-10800000">
        <a:off x="0" y="769"/>
        <a:ext cx="10515600" cy="580372"/>
      </dsp:txXfrm>
    </dsp:sp>
    <dsp:sp modelId="{121F1B5D-5F23-436F-9082-D9C2C907A9C9}">
      <dsp:nvSpPr>
        <dsp:cNvPr id="0" name=""/>
        <dsp:cNvSpPr/>
      </dsp:nvSpPr>
      <dsp:spPr>
        <a:xfrm>
          <a:off x="5134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Guided instruction walkthroughs</a:t>
          </a:r>
        </a:p>
      </dsp:txBody>
      <dsp:txXfrm>
        <a:off x="5134" y="581141"/>
        <a:ext cx="3501776" cy="494391"/>
      </dsp:txXfrm>
    </dsp:sp>
    <dsp:sp modelId="{2E8443D6-AB6C-4488-9C7A-EBC932ECABE7}">
      <dsp:nvSpPr>
        <dsp:cNvPr id="0" name=""/>
        <dsp:cNvSpPr/>
      </dsp:nvSpPr>
      <dsp:spPr>
        <a:xfrm>
          <a:off x="3506911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Explicit prompts and explanatory scaffolding</a:t>
          </a:r>
        </a:p>
      </dsp:txBody>
      <dsp:txXfrm>
        <a:off x="3506911" y="581141"/>
        <a:ext cx="3501776" cy="494391"/>
      </dsp:txXfrm>
    </dsp:sp>
    <dsp:sp modelId="{171C4943-4145-4A28-8B9F-9DD11F0F189B}">
      <dsp:nvSpPr>
        <dsp:cNvPr id="0" name=""/>
        <dsp:cNvSpPr/>
      </dsp:nvSpPr>
      <dsp:spPr>
        <a:xfrm>
          <a:off x="7008688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Immediate corrective feedback</a:t>
          </a:r>
        </a:p>
      </dsp:txBody>
      <dsp:txXfrm>
        <a:off x="7008688" y="581141"/>
        <a:ext cx="3501776" cy="4943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389039-0FEB-4A80-9960-F9A28B84658F}">
      <dsp:nvSpPr>
        <dsp:cNvPr id="0" name=""/>
        <dsp:cNvSpPr/>
      </dsp:nvSpPr>
      <dsp:spPr>
        <a:xfrm>
          <a:off x="0" y="237589"/>
          <a:ext cx="4080880" cy="65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Learner Traces an Instruction from Fetch to Architectural State Change:</a:t>
          </a:r>
        </a:p>
      </dsp:txBody>
      <dsp:txXfrm>
        <a:off x="0" y="237589"/>
        <a:ext cx="4080880" cy="657643"/>
      </dsp:txXfrm>
    </dsp:sp>
    <dsp:sp modelId="{3C0C963F-8853-4F0D-87AE-5D020787FB90}">
      <dsp:nvSpPr>
        <dsp:cNvPr id="0" name=""/>
        <dsp:cNvSpPr/>
      </dsp:nvSpPr>
      <dsp:spPr>
        <a:xfrm>
          <a:off x="0" y="895233"/>
          <a:ext cx="4080880" cy="3261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Fetch and transfer the instruction.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Decode its fields and identify the required operands.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Retrieve the correct register values and any required immediate.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/>
            <a:t>Make the relevant control-facing decisions during execution.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Complete memory access or write-back as required by the instruction.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Confirm the resulting register, memory, and PC changes.</a:t>
          </a:r>
        </a:p>
      </dsp:txBody>
      <dsp:txXfrm>
        <a:off x="0" y="895233"/>
        <a:ext cx="4080880" cy="32610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25E6D-B47D-43AF-A520-47121370DE5C}">
      <dsp:nvSpPr>
        <dsp:cNvPr id="0" name=""/>
        <dsp:cNvSpPr/>
      </dsp:nvSpPr>
      <dsp:spPr>
        <a:xfrm>
          <a:off x="0" y="0"/>
          <a:ext cx="4314688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bg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bg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Consent + Screening: </a:t>
          </a:r>
          <a:r>
            <a:rPr lang="en-US" sz="1500" kern="1200" dirty="0"/>
            <a:t>Information Leaflet, Consent Form, Background Questions</a:t>
          </a:r>
        </a:p>
      </dsp:txBody>
      <dsp:txXfrm>
        <a:off x="28038" y="28038"/>
        <a:ext cx="3200802" cy="901218"/>
      </dsp:txXfrm>
    </dsp:sp>
    <dsp:sp modelId="{8DC8B9C4-47E3-44CC-97C5-4275BFACBB4E}">
      <dsp:nvSpPr>
        <dsp:cNvPr id="0" name=""/>
        <dsp:cNvSpPr/>
      </dsp:nvSpPr>
      <dsp:spPr>
        <a:xfrm>
          <a:off x="361355" y="1131347"/>
          <a:ext cx="4314688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bg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bg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Tailored Briefing: </a:t>
          </a:r>
          <a:r>
            <a:rPr lang="en-US" sz="1500" kern="1200" dirty="0"/>
            <a:t>Refresher on assembly, instruction flow, and </a:t>
          </a:r>
          <a:r>
            <a:rPr lang="en-US" sz="1500" kern="1200" dirty="0" err="1"/>
            <a:t>datapath</a:t>
          </a:r>
          <a:r>
            <a:rPr lang="en-US" sz="1500" kern="1200" dirty="0"/>
            <a:t> stages</a:t>
          </a:r>
        </a:p>
      </dsp:txBody>
      <dsp:txXfrm>
        <a:off x="389393" y="1159385"/>
        <a:ext cx="3275016" cy="901218"/>
      </dsp:txXfrm>
    </dsp:sp>
    <dsp:sp modelId="{431766F8-CCBA-4DF6-9582-A6844A097DB6}">
      <dsp:nvSpPr>
        <dsp:cNvPr id="0" name=""/>
        <dsp:cNvSpPr/>
      </dsp:nvSpPr>
      <dsp:spPr>
        <a:xfrm>
          <a:off x="717317" y="2262695"/>
          <a:ext cx="4314688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bg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bg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VR Session: </a:t>
          </a:r>
          <a:r>
            <a:rPr lang="en-US" sz="1500" kern="1200" dirty="0"/>
            <a:t>Complete selected Learning and Practice instructions</a:t>
          </a:r>
        </a:p>
      </dsp:txBody>
      <dsp:txXfrm>
        <a:off x="745355" y="2290733"/>
        <a:ext cx="3280409" cy="901218"/>
      </dsp:txXfrm>
    </dsp:sp>
    <dsp:sp modelId="{A1988539-56C2-4485-B83E-5BFC155B48BB}">
      <dsp:nvSpPr>
        <dsp:cNvPr id="0" name=""/>
        <dsp:cNvSpPr/>
      </dsp:nvSpPr>
      <dsp:spPr>
        <a:xfrm>
          <a:off x="1078672" y="3394043"/>
          <a:ext cx="4314688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bg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bg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Post-session Evaluation: </a:t>
          </a:r>
          <a:r>
            <a:rPr lang="en-US" sz="1500" kern="1200" dirty="0"/>
            <a:t>System Experience ratings, Knowledge Check, and open-ended feedback responses</a:t>
          </a:r>
        </a:p>
      </dsp:txBody>
      <dsp:txXfrm>
        <a:off x="1106710" y="3422081"/>
        <a:ext cx="3275016" cy="901218"/>
      </dsp:txXfrm>
    </dsp:sp>
    <dsp:sp modelId="{B22244E4-A503-41CA-88D4-A01CA5A708BD}">
      <dsp:nvSpPr>
        <dsp:cNvPr id="0" name=""/>
        <dsp:cNvSpPr/>
      </dsp:nvSpPr>
      <dsp:spPr>
        <a:xfrm>
          <a:off x="3692447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3832451" y="733200"/>
        <a:ext cx="342233" cy="468236"/>
      </dsp:txXfrm>
    </dsp:sp>
    <dsp:sp modelId="{F84E7110-2439-4E39-A9FA-C6864AE8AE9C}">
      <dsp:nvSpPr>
        <dsp:cNvPr id="0" name=""/>
        <dsp:cNvSpPr/>
      </dsp:nvSpPr>
      <dsp:spPr>
        <a:xfrm>
          <a:off x="4053802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193806" y="1864548"/>
        <a:ext cx="342233" cy="468236"/>
      </dsp:txXfrm>
    </dsp:sp>
    <dsp:sp modelId="{2C6893AF-E5A7-4859-9431-264707FC9925}">
      <dsp:nvSpPr>
        <dsp:cNvPr id="0" name=""/>
        <dsp:cNvSpPr/>
      </dsp:nvSpPr>
      <dsp:spPr>
        <a:xfrm>
          <a:off x="4409764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549768" y="2995896"/>
        <a:ext cx="342233" cy="4682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7E488-0067-4106-BCB6-41741AB10BA8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B7B0C-35C8-413A-A1F7-5F3834E8443C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A2EBC-E400-4290-82B8-904F5FFC1CBC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prototype was scoped as a </a:t>
          </a:r>
          <a:r>
            <a:rPr lang="en-US" sz="1700" b="1" kern="1200"/>
            <a:t>single-cycle MIPS learning environment</a:t>
          </a:r>
          <a:r>
            <a:rPr lang="en-US" sz="1700" kern="1200"/>
            <a:t>, not a full architectural simulator, to keep the experience teachable, testable, and stable.</a:t>
          </a:r>
        </a:p>
      </dsp:txBody>
      <dsp:txXfrm>
        <a:off x="1057183" y="1805"/>
        <a:ext cx="9458416" cy="915310"/>
      </dsp:txXfrm>
    </dsp:sp>
    <dsp:sp modelId="{59565A7E-4E83-4BAE-8538-DEE6F8636BE5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76945-9BA1-4324-956B-EBAD420646EB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DE9D3-C907-4B70-8B12-E5F4748F99C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Instruction Decode was narrowed to operand preparation</a:t>
          </a:r>
          <a:r>
            <a:rPr lang="en-US" sz="1700" kern="1200"/>
            <a:t>: learners identify the instruction fields and gather the operands actually read at that stage, while destination selection is deferred to </a:t>
          </a:r>
          <a:r>
            <a:rPr lang="en-US" sz="1700" b="1" kern="1200"/>
            <a:t>Write-Back</a:t>
          </a:r>
          <a:r>
            <a:rPr lang="en-US" sz="1700" kern="1200"/>
            <a:t>.</a:t>
          </a:r>
        </a:p>
      </dsp:txBody>
      <dsp:txXfrm>
        <a:off x="1057183" y="1145944"/>
        <a:ext cx="9458416" cy="915310"/>
      </dsp:txXfrm>
    </dsp:sp>
    <dsp:sp modelId="{16347C97-D32A-430A-AF6F-686F0B3AB209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790B0-A118-4384-BECD-EBAF6F1F3E13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12A90-6505-47E5-96C3-D71EF7C255DF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Control-signal decisions were distributed across later phases</a:t>
          </a:r>
          <a:r>
            <a:rPr lang="en-US" sz="1700" kern="1200"/>
            <a:t> instead of being fully resolved in Decode, so EX, MEM, and WB each retain meaningful learner interaction rather than becoming passive confirmation steps.</a:t>
          </a:r>
        </a:p>
      </dsp:txBody>
      <dsp:txXfrm>
        <a:off x="1057183" y="2290082"/>
        <a:ext cx="9458416" cy="915310"/>
      </dsp:txXfrm>
    </dsp:sp>
    <dsp:sp modelId="{5D7E3912-459E-4B87-9F71-B7AE199F7C0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9EB1F-F689-4E6C-B425-AF8FA51752C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0C0A6-201E-4F28-8539-7D81B6990BC2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Register selection and value flow were separated</a:t>
          </a:r>
          <a:r>
            <a:rPr lang="en-US" sz="1700" kern="1200"/>
            <a:t>: learners choose physical registers in Decode, while later phases operate on emitted datapackets, making value movement easier to track through the datapath.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FDED-C109-4DBB-92FD-58952A2C7AE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E1370-F0BF-4F8C-80F2-0D5B2F823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9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</a:t>
            </a:r>
            <a:r>
              <a:rPr lang="en-US" dirty="0" err="1"/>
              <a:t>omputer</a:t>
            </a:r>
            <a:r>
              <a:rPr lang="en-US" dirty="0"/>
              <a:t> architecture is difficult to learn because many important processes are dynamic, abstract, and invisible during execution.</a:t>
            </a:r>
          </a:p>
          <a:p>
            <a:r>
              <a:rPr lang="en-US" dirty="0"/>
              <a:t>Students often struggled with </a:t>
            </a:r>
            <a:r>
              <a:rPr lang="en-US" dirty="0" err="1"/>
              <a:t>datapath</a:t>
            </a:r>
            <a:r>
              <a:rPr lang="en-US" dirty="0"/>
              <a:t> flow, control signals, and value movement.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31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VR research suggests immersive interaction can make abstract processes more tangible. prior work in architecture learning exists, but remains relatively limited.</a:t>
            </a:r>
          </a:p>
          <a:p>
            <a:r>
              <a:rPr lang="en-US" dirty="0"/>
              <a:t>immersion alone is not enough, so the system needed clarity, guidance, and careful control of cognitive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87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</a:t>
            </a:r>
            <a:r>
              <a:rPr lang="en-US" dirty="0"/>
              <a:t>he experience was designed so learners can decode instructions, trace execution, make correct decisions, predict state changes, compare instruction classes, and eventually complete the flow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15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61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first read the information material, sign consent, and complete background questions.</a:t>
            </a:r>
            <a:br>
              <a:rPr lang="en-US" dirty="0"/>
            </a:br>
            <a:r>
              <a:rPr lang="en-US" dirty="0"/>
              <a:t>A tailored refresher is then given on assembly, instruction flow, and </a:t>
            </a:r>
            <a:r>
              <a:rPr lang="en-US" dirty="0" err="1"/>
              <a:t>datapath</a:t>
            </a:r>
            <a:r>
              <a:rPr lang="en-US" dirty="0"/>
              <a:t> stages.</a:t>
            </a:r>
            <a:br>
              <a:rPr lang="en-US" dirty="0"/>
            </a:br>
            <a:r>
              <a:rPr lang="en-US" dirty="0"/>
              <a:t>Participants complete selected Learning and Practice instructions in VR with minimal intervention unless genuinely stuck.</a:t>
            </a:r>
            <a:br>
              <a:rPr lang="en-US" dirty="0"/>
            </a:br>
            <a:r>
              <a:rPr lang="en-US" dirty="0"/>
              <a:t>Afterwards, they complete system-experience ratings, a knowledge check, and open-ended feedback, while observation notes are also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27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</a:t>
            </a:r>
            <a:r>
              <a:rPr lang="en-US" dirty="0"/>
              <a:t>he project’s contribution is a focused VR environment that allows learners to step through </a:t>
            </a:r>
            <a:r>
              <a:rPr lang="en-US" dirty="0" err="1"/>
              <a:t>datapath</a:t>
            </a:r>
            <a:r>
              <a:rPr lang="en-US"/>
              <a:t> execution spatially, physically, and progressively.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E1370-F0BF-4F8C-80F2-0D5B2F8239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5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0430-ECC0-0FEF-C24F-FC05E9730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B1446-86CD-1AA6-E566-C8E1AD9A8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DF73-5C3C-6469-7C01-51F3CCF1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81526-0DD3-1A64-7162-8B4C018E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E075-67B5-E21C-E511-533153D0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0318-0324-5F87-5417-DD44A067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B838-143E-ED33-8C31-C3FF08502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3E250-E13E-3967-BEA0-FEF82C1A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482F9-E06F-627F-6524-EFFF9E0A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3C0C6-7496-8991-BD13-B05E91BB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3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805-F670-2242-3606-FDC477A8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6F814-FB17-4225-9674-1BF3A3D5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A7B50-0429-146D-C4B7-987C9A5C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24998-576F-D9D2-90F5-537D4E5D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3A5D8-9192-4362-B1AF-D5AB18C2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6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0714-D81F-4527-47C3-C32A06E8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9EE1-7FDF-98D3-3494-51E9F70F1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35D2D-8A98-4973-E731-4DF101A49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C43A1-D422-2150-519F-5E8FEA45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DFCEB-290A-2FB7-0ED6-30508864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72871-3555-864F-9775-CB7B6637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234F-DCE3-ADD0-E9E9-6621DFBD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7DD64-3052-F208-60CD-ED3D3537C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50A9B-DAAC-FFDE-2BAB-CEA49544B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B0824-33E6-0040-5132-5A6E85A02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70DD3-B8AF-8234-2044-130F876A1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A27EF-4EF5-CDD7-514C-244C4511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3EDC2-6F0C-D546-9AC3-4236C85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A4EA1-14CE-46CB-24DB-C6B76E0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7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9685-51E4-278C-D014-5570BF61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6CD04-FB5F-BF00-1814-1D19168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BBEF5-842D-E3D2-8371-6EDA9150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6E4B3-BBE6-3119-744A-B96762C9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7DB46-22AE-96B1-BEAC-E0C6D0ED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6E6D-B1CC-7854-57D6-4C444041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5570B-6F10-D346-A496-41FE450D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5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D4D6-69C4-4D23-27D6-1B8F0EAB9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6D50-E1E1-F235-BF42-0F21F6112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EC612-CDC5-8D29-8925-BF06B42F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D320-0954-824E-DEC0-6648C134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A9AC8-8F33-0621-11A7-958189A8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40F12-06C5-F35A-EDEA-EDF5FC92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0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5127-C885-26D4-928C-03946D93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FAF94-7340-0B21-47E7-EBEE57AC5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3DFC7-5F55-3D34-2A1C-6662D09B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40EC5-7BBA-2905-DF92-E642AD04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05CFA-6721-592D-16F6-4E8F5BE2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70337-FEDE-C2FD-74EB-2AF66846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1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D802-2E29-6FFC-B24A-E36831CA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01B3E-1401-C3D3-2CBC-F7FC06F20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FDA4-D6DB-F158-B320-0D214BCC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68A7-0FBF-8BBD-974C-E716C175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1C65-19B8-786B-6F6A-F6154164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2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40F9F-25E9-B2A5-7868-A0CD4AFF5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8148F-9E29-E036-EF45-E93098355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1B360-DA94-1F32-84B2-BAA956E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DC75B-0345-47BB-92FF-7B1EA787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76A24-45AC-D2A0-72CB-4F093424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4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" t="3974" r="3958" b="55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525798"/>
            <a:ext cx="4027200" cy="8072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899" y="3715200"/>
            <a:ext cx="10001252" cy="554850"/>
          </a:xfrm>
        </p:spPr>
        <p:txBody>
          <a:bodyPr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26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EF9FB-343D-71DA-A4E5-571AD61C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EB79D-FD6A-10E4-00B3-CC9F45CC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BC3CF-DD6E-CD79-55AC-83AD9F3F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35F35-5D7A-487F-925C-B3A28A34B06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8C2ED-39B6-C116-DE8F-78288FEA1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A7696-2C8F-91C3-1143-2B7D6FD51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AE4B4-DCA2-2F12-6CA3-2C0F1B431B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175" r="1269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206AF-E3C2-D753-9FFA-0F4B4F610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 sz="5600" b="1" noProof="0" dirty="0">
                <a:solidFill>
                  <a:srgbClr val="FFFFFF"/>
                </a:solidFill>
              </a:rPr>
              <a:t>Creating Novel Virtual Reality Interfaces for Teaching Computer Architecture</a:t>
            </a:r>
            <a:endParaRPr lang="en-IN" sz="56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1D880-1C91-219D-0073-77361C37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IN" sz="1700" noProof="0" dirty="0">
                <a:solidFill>
                  <a:srgbClr val="FFFFFF"/>
                </a:solidFill>
              </a:rPr>
              <a:t>Priyansh Nayak</a:t>
            </a:r>
          </a:p>
          <a:p>
            <a:r>
              <a:rPr lang="en-IN" sz="1700" noProof="0" dirty="0">
                <a:solidFill>
                  <a:srgbClr val="FFFFFF"/>
                </a:solidFill>
              </a:rPr>
              <a:t>Supervisor: Gareth W. Young</a:t>
            </a:r>
          </a:p>
          <a:p>
            <a:r>
              <a:rPr lang="en-IN" sz="1700" noProof="0" dirty="0">
                <a:solidFill>
                  <a:srgbClr val="FFFFFF"/>
                </a:solidFill>
              </a:rPr>
              <a:t>MSc Computer Science - Augmented and Virtual Reality</a:t>
            </a:r>
          </a:p>
        </p:txBody>
      </p:sp>
    </p:spTree>
    <p:extLst>
      <p:ext uri="{BB962C8B-B14F-4D97-AF65-F5344CB8AC3E}">
        <p14:creationId xmlns:p14="http://schemas.microsoft.com/office/powerpoint/2010/main" val="265058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0C4DC-31B0-0F03-6BB4-A21A0F9A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" y="1161288"/>
            <a:ext cx="4151376" cy="1239012"/>
          </a:xfrm>
        </p:spPr>
        <p:txBody>
          <a:bodyPr anchor="ctr">
            <a:normAutofit/>
          </a:bodyPr>
          <a:lstStyle/>
          <a:p>
            <a:r>
              <a:rPr lang="en-IN" sz="2600" noProof="0" dirty="0"/>
              <a:t>Why Computer Architecture Is Difficult to 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E582F-CA9D-FEAE-30CF-B530E0013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2504948"/>
            <a:ext cx="3941064" cy="4115308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noProof="0" dirty="0"/>
              <a:t>Computer architecture is difficult to learn because its key processes are largely invisible:</a:t>
            </a:r>
            <a:endParaRPr lang="en-IN" sz="1800" noProof="0" dirty="0"/>
          </a:p>
          <a:p>
            <a:r>
              <a:rPr lang="en-IN" sz="1800" noProof="0" dirty="0"/>
              <a:t>Students must understand how registers, control signals, the ALU, memory, and the program counter work together during instruction execution.</a:t>
            </a:r>
          </a:p>
          <a:p>
            <a:r>
              <a:rPr lang="en-IN" sz="1800" noProof="0" dirty="0"/>
              <a:t>These processes are dynamic and abstract, yet they are often taught using static, two-dimensional diagrams.</a:t>
            </a:r>
          </a:p>
          <a:p>
            <a:r>
              <a:rPr lang="en-IN" sz="1800" noProof="0" dirty="0"/>
              <a:t>Traditional tools may help students reach the correct answer but often do less to build an intuitive understanding of how information flows through the processor.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19F3BE-1FF3-5F44-D3D3-47D4C9180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4" y="841248"/>
            <a:ext cx="6785968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A3845-C172-13F2-4BAC-D5EDEBAC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noProof="0" dirty="0"/>
              <a:t>Existing Research and Design Implications</a:t>
            </a:r>
            <a:endParaRPr lang="en-IN" noProof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38AA4A-3859-7E32-1BC4-B12D64FF5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5029"/>
              </p:ext>
            </p:extLst>
          </p:nvPr>
        </p:nvGraphicFramePr>
        <p:xfrm>
          <a:off x="838200" y="1828800"/>
          <a:ext cx="10515600" cy="4793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591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68230-23A6-C4DD-ABC6-49480962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/>
              <a:t>Research Question and Learning Outcomes</a:t>
            </a:r>
            <a:endParaRPr lang="en-US" sz="46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9DDE-3D12-486B-B044-CD9AE5DCC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3"/>
            <a:ext cx="10684764" cy="45634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i="1" dirty="0"/>
              <a:t>“To what extent does an immersive virtual reality-based learning environment improve students' understanding of abstract computer architecture concepts compared to traditional teaching methods?”</a:t>
            </a:r>
          </a:p>
          <a:p>
            <a:pPr marL="0" indent="0">
              <a:buNone/>
            </a:pPr>
            <a:r>
              <a:rPr lang="en-US" sz="2400" dirty="0"/>
              <a:t>By completing the experience, learners should be able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Decode the relevant fields of a supported single-cycle MIPS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Explain the role of the major </a:t>
            </a:r>
            <a:r>
              <a:rPr lang="en-US" sz="2400" dirty="0" err="1"/>
              <a:t>datapath</a:t>
            </a:r>
            <a:r>
              <a:rPr lang="en-US" sz="2400" dirty="0"/>
              <a:t> components involved in instruction execution.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Trace an instruction and its data through the major stages of a single-cycle </a:t>
            </a:r>
            <a:r>
              <a:rPr lang="en-US" sz="2400" dirty="0" err="1"/>
              <a:t>datapath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Select the correct operands and control-facing choices needed to execute an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Predict the architectural state changes caused by a supported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Compare how different instruction classes change </a:t>
            </a:r>
            <a:r>
              <a:rPr lang="en-US" sz="2400" dirty="0" err="1"/>
              <a:t>datapath</a:t>
            </a:r>
            <a:r>
              <a:rPr lang="en-US" sz="2400" dirty="0"/>
              <a:t> behavior.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Complete a supported instruction walkthrough with reduced or no guidance.</a:t>
            </a:r>
          </a:p>
        </p:txBody>
      </p:sp>
    </p:spTree>
    <p:extLst>
      <p:ext uri="{BB962C8B-B14F-4D97-AF65-F5344CB8AC3E}">
        <p14:creationId xmlns:p14="http://schemas.microsoft.com/office/powerpoint/2010/main" val="394501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93796-E62C-1E6E-593A-5CFBE71C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Overview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BA76-5C4A-BC31-3048-E11B7BED6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328" y="2285996"/>
            <a:ext cx="9199113" cy="3684899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prototype is a self-paced VR learning environment for exploring instruction execution through a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single-cycle MIPS </a:t>
            </a: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datapath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Learners progress through dedicated stations representing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Instruction Fetch, Instruction Decode, Execute, Memory Access, Write-Back, and PC Update.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lesson environment supports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Learning, Practice, and Test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modes.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project focuses on a selected set of supported instructions rather than attempting to recreate a complete processor simulator.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Its scope is guided by explicit learning outcomes centered on decoding, tracing, decision-making, and reasoning about state changes.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1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4649F3-F1AC-E91A-E894-ECF65028F4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94744-17B5-29C4-9DF8-16B18384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Progressive Learning Modes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FCE86C-AB19-8819-A5B5-8D682C784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7941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20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4CCFEE-78C3-492E-93EB-649F7548F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27C86-2226-AC74-0DA7-6794D474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62" y="681037"/>
            <a:ext cx="5670337" cy="1184339"/>
          </a:xfrm>
        </p:spPr>
        <p:txBody>
          <a:bodyPr>
            <a:normAutofit/>
          </a:bodyPr>
          <a:lstStyle/>
          <a:p>
            <a:r>
              <a:rPr lang="en-US" dirty="0"/>
              <a:t>Core Interaction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0F72-513F-EFFE-AA51-3B49993BD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2" y="2194561"/>
            <a:ext cx="4475522" cy="39824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How Spatial Interaction Can Improve Understanding:</a:t>
            </a:r>
          </a:p>
          <a:p>
            <a:r>
              <a:rPr lang="en-US" sz="1800" dirty="0"/>
              <a:t>Instructions are physically fetched and transferred through the opening lesson flow.</a:t>
            </a:r>
          </a:p>
          <a:p>
            <a:r>
              <a:rPr lang="en-US" sz="1800" dirty="0"/>
              <a:t>Register scanning and data-packet movement make operand selection and value flow visible.</a:t>
            </a:r>
          </a:p>
          <a:p>
            <a:r>
              <a:rPr lang="en-US" sz="1800" dirty="0"/>
              <a:t>Each major </a:t>
            </a:r>
            <a:r>
              <a:rPr lang="en-US" sz="1800" dirty="0" err="1"/>
              <a:t>datapath</a:t>
            </a:r>
            <a:r>
              <a:rPr lang="en-US" sz="1800" dirty="0"/>
              <a:t> phase is represented as a dedicated station in the environment.</a:t>
            </a:r>
          </a:p>
          <a:p>
            <a:r>
              <a:rPr lang="en-US" sz="1800" dirty="0"/>
              <a:t>World-space UI panels provide prompts, validation, reference support, and feedback.</a:t>
            </a:r>
          </a:p>
          <a:p>
            <a:r>
              <a:rPr lang="en-US" sz="1800" dirty="0"/>
              <a:t>Interactions were simplified whenever additional realism would have added friction without improving learning value.</a:t>
            </a:r>
          </a:p>
        </p:txBody>
      </p:sp>
      <p:pic>
        <p:nvPicPr>
          <p:cNvPr id="11" name="Picture 10" descr="Memory Bank&#10;">
            <a:extLst>
              <a:ext uri="{FF2B5EF4-FFF2-40B4-BE49-F238E27FC236}">
                <a16:creationId xmlns:a16="http://schemas.microsoft.com/office/drawing/2014/main" id="{AC32F500-31F9-84C2-8FBE-801F13D8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4" r="7826" b="-3"/>
          <a:stretch>
            <a:fillRect/>
          </a:stretch>
        </p:blipFill>
        <p:spPr>
          <a:xfrm>
            <a:off x="4726375" y="-3"/>
            <a:ext cx="4228635" cy="3694372"/>
          </a:xfrm>
          <a:custGeom>
            <a:avLst/>
            <a:gdLst/>
            <a:ahLst/>
            <a:cxnLst/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</p:pic>
      <p:pic>
        <p:nvPicPr>
          <p:cNvPr id="7" name="Picture 6" descr="Register Scanning&#10;">
            <a:extLst>
              <a:ext uri="{FF2B5EF4-FFF2-40B4-BE49-F238E27FC236}">
                <a16:creationId xmlns:a16="http://schemas.microsoft.com/office/drawing/2014/main" id="{15021ABA-F34B-9CE6-7425-D095CEF7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21" r="9562" b="2"/>
          <a:stretch>
            <a:fillRect/>
          </a:stretch>
        </p:blipFill>
        <p:spPr>
          <a:xfrm>
            <a:off x="9082588" y="-3"/>
            <a:ext cx="3109415" cy="3694372"/>
          </a:xfrm>
          <a:prstGeom prst="rect">
            <a:avLst/>
          </a:prstGeom>
        </p:spPr>
      </p:pic>
      <p:pic>
        <p:nvPicPr>
          <p:cNvPr id="5" name="Picture 4" descr="Instruction Fetch">
            <a:extLst>
              <a:ext uri="{FF2B5EF4-FFF2-40B4-BE49-F238E27FC236}">
                <a16:creationId xmlns:a16="http://schemas.microsoft.com/office/drawing/2014/main" id="{4FB18484-5780-C3EB-CDE2-BEEDE38DF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4" r="-2" b="-2"/>
          <a:stretch>
            <a:fillRect/>
          </a:stretch>
        </p:blipFill>
        <p:spPr>
          <a:xfrm>
            <a:off x="4726725" y="3802960"/>
            <a:ext cx="4228282" cy="3055043"/>
          </a:xfrm>
          <a:custGeom>
            <a:avLst/>
            <a:gdLst/>
            <a:ahLst/>
            <a:cxnLst/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20913D-258A-2DA5-B884-AE66C4CF08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68" r="31371" b="-2"/>
          <a:stretch>
            <a:fillRect/>
          </a:stretch>
        </p:blipFill>
        <p:spPr>
          <a:xfrm>
            <a:off x="9082585" y="3802960"/>
            <a:ext cx="3109415" cy="30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3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4F395-8F11-33A9-FB0F-9FF03188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10204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Instruction Walkthrough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704192C-8112-E11E-1CFB-41F7C0A4F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759438"/>
              </p:ext>
            </p:extLst>
          </p:nvPr>
        </p:nvGraphicFramePr>
        <p:xfrm>
          <a:off x="710389" y="1783081"/>
          <a:ext cx="4080880" cy="4393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83EF0-14B0-053F-E9DE-65A54DC9D47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4" r="12265" b="1"/>
          <a:stretch>
            <a:fillRect/>
          </a:stretch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610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F8AE7-6900-9891-F961-CF8F943F0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8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3E88E-A6AB-430E-827B-636243CD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IN" dirty="0"/>
              <a:t>Research Study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9DA11D-F013-C2E8-08C2-17EBE2E1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44" r="20005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AED2DB4C-B601-8BBF-3472-8C32DFB18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957877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1541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208B9-2A92-BE8C-4759-E6B41EFF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Design Decisions and Scope Control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CCFD9C9-18F6-4DBD-A720-5CF024265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5009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437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E2B98-2BC7-3368-AC68-2D2AAB26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Limitation 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1ED6B-6BA8-AF3B-7251-CEEB3C07F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The prototype is intentionally limited to a </a:t>
            </a:r>
            <a:r>
              <a:rPr lang="en-US" sz="2000" b="1" dirty="0"/>
              <a:t>single-cycle MIPS </a:t>
            </a:r>
            <a:r>
              <a:rPr lang="en-US" sz="2000" b="1" dirty="0" err="1"/>
              <a:t>datapath</a:t>
            </a:r>
            <a:r>
              <a:rPr lang="en-US" sz="2000" dirty="0"/>
              <a:t>, so it does not yet cover multicycle execution, pipelining, stalls, or hazards.</a:t>
            </a:r>
          </a:p>
          <a:p>
            <a:r>
              <a:rPr lang="en-US" sz="2000" dirty="0"/>
              <a:t>Instruction support is broad enough for the study but still </a:t>
            </a:r>
            <a:r>
              <a:rPr lang="en-US" sz="2000" b="1" dirty="0"/>
              <a:t>bounded to a focused subset</a:t>
            </a:r>
            <a:r>
              <a:rPr lang="en-US" sz="2000" dirty="0"/>
              <a:t> rather than a full MIPS implementation.</a:t>
            </a:r>
          </a:p>
          <a:p>
            <a:r>
              <a:rPr lang="en-US" sz="2000" dirty="0"/>
              <a:t>The current evaluation is centered on </a:t>
            </a:r>
            <a:r>
              <a:rPr lang="en-US" sz="2000" b="1" dirty="0"/>
              <a:t>short-session participant testing</a:t>
            </a:r>
            <a:r>
              <a:rPr lang="en-US" sz="2000" dirty="0"/>
              <a:t>, so it does not yet address long-term retention, repeated use, or wider classroom deployment.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85248-AEDE-079A-A6DB-3B9F45BD0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Extend the environment beyond the single-cycle baseline into </a:t>
            </a:r>
            <a:r>
              <a:rPr lang="en-US" sz="1800" b="1" dirty="0"/>
              <a:t>multicycle execution and pipelined behavior</a:t>
            </a:r>
            <a:r>
              <a:rPr lang="en-US" sz="1800" dirty="0"/>
              <a:t>, including stalls, hazards, and overlapping instructions.</a:t>
            </a:r>
          </a:p>
          <a:p>
            <a:r>
              <a:rPr lang="en-US" sz="1800" dirty="0"/>
              <a:t>Expand instruction coverage further, especially the rest of the </a:t>
            </a:r>
            <a:r>
              <a:rPr lang="en-US" sz="1800" b="1" dirty="0"/>
              <a:t>jump/control-flow family</a:t>
            </a:r>
            <a:r>
              <a:rPr lang="en-US" sz="1800" dirty="0"/>
              <a:t> such as </a:t>
            </a:r>
            <a:r>
              <a:rPr lang="en-US" sz="1800" dirty="0" err="1"/>
              <a:t>jal</a:t>
            </a:r>
            <a:r>
              <a:rPr lang="en-US" sz="1800" dirty="0"/>
              <a:t> and jr.</a:t>
            </a:r>
          </a:p>
          <a:p>
            <a:r>
              <a:rPr lang="en-US" sz="1800" dirty="0"/>
              <a:t>Refine learner-support systems with </a:t>
            </a:r>
            <a:r>
              <a:rPr lang="en-US" sz="1800" b="1" dirty="0"/>
              <a:t>clearer onboarding, better route guidance, and optional adaptive guidance</a:t>
            </a:r>
            <a:r>
              <a:rPr lang="en-US" sz="1800" dirty="0"/>
              <a:t> based on learner performance.</a:t>
            </a:r>
          </a:p>
          <a:p>
            <a:r>
              <a:rPr lang="en-US" sz="1800" dirty="0"/>
              <a:t>Continue the research through </a:t>
            </a:r>
            <a:r>
              <a:rPr lang="en-US" sz="1800" b="1" dirty="0"/>
              <a:t>larger participant groups, stronger comparative evaluation, and retention-focused follow-up studies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1942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1123" y="2366475"/>
            <a:ext cx="3234301" cy="2125049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/>
              <a:t>Thank You</a:t>
            </a:r>
            <a:br>
              <a:rPr lang="en-GB" sz="5400" dirty="0"/>
            </a:br>
            <a:br>
              <a:rPr lang="en-GB" sz="5400" dirty="0"/>
            </a:br>
            <a:r>
              <a:rPr lang="en-GB" sz="540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1330</Words>
  <Application>Microsoft Office PowerPoint</Application>
  <PresentationFormat>Widescreen</PresentationFormat>
  <Paragraphs>90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Creating Novel Virtual Reality Interfaces for Teaching Computer Architecture</vt:lpstr>
      <vt:lpstr>Why Computer Architecture Is Difficult to Learn</vt:lpstr>
      <vt:lpstr>Existing Research and Design Implications</vt:lpstr>
      <vt:lpstr>Research Question and Learning Outcomes</vt:lpstr>
      <vt:lpstr>System Overview and Scope</vt:lpstr>
      <vt:lpstr>Progressive Learning Modes</vt:lpstr>
      <vt:lpstr>Core Interaction Design</vt:lpstr>
      <vt:lpstr>Instruction Walkthrough</vt:lpstr>
      <vt:lpstr>PowerPoint Presentation</vt:lpstr>
      <vt:lpstr>Research Study</vt:lpstr>
      <vt:lpstr>Design Decisions and Scope Control</vt:lpstr>
      <vt:lpstr>Limitation and Future Work</vt:lpstr>
      <vt:lpstr>Thank You 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 Nayak</dc:creator>
  <cp:lastModifiedBy>Priyansh Nayak</cp:lastModifiedBy>
  <cp:revision>37</cp:revision>
  <dcterms:created xsi:type="dcterms:W3CDTF">2026-07-27T22:50:17Z</dcterms:created>
  <dcterms:modified xsi:type="dcterms:W3CDTF">2026-07-28T16:25:48Z</dcterms:modified>
</cp:coreProperties>
</file>