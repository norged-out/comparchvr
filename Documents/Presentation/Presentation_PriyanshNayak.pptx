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5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4" r:id="rId6"/>
    <p:sldId id="262" r:id="rId7"/>
    <p:sldId id="263" r:id="rId8"/>
    <p:sldId id="265" r:id="rId9"/>
    <p:sldId id="273" r:id="rId10"/>
    <p:sldId id="275" r:id="rId11"/>
    <p:sldId id="268" r:id="rId12"/>
    <p:sldId id="274" r:id="rId13"/>
    <p:sldId id="270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9FE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84" d="100"/>
          <a:sy n="84" d="100"/>
        </p:scale>
        <p:origin x="658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svg"/><Relationship Id="rId1" Type="http://schemas.openxmlformats.org/officeDocument/2006/relationships/image" Target="../media/image13.svg"/><Relationship Id="rId4" Type="http://schemas.openxmlformats.org/officeDocument/2006/relationships/image" Target="../media/image16.svg"/></Relationships>
</file>

<file path=ppt/diagrams/_rels/drawing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svg"/><Relationship Id="rId1" Type="http://schemas.openxmlformats.org/officeDocument/2006/relationships/image" Target="../media/image13.svg"/><Relationship Id="rId4" Type="http://schemas.openxmlformats.org/officeDocument/2006/relationships/image" Target="../media/image1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3">
  <dgm:title val=""/>
  <dgm:desc val=""/>
  <dgm:catLst>
    <dgm:cat type="accent1" pri="11300"/>
  </dgm:catLst>
  <dgm:styleLbl name="node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shade val="80000"/>
      </a:schemeClr>
      <a:schemeClr val="accent1">
        <a:tint val="7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/>
    <dgm:txEffectClrLst/>
  </dgm:styleLbl>
  <dgm:styleLbl name="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ln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9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8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B857D4C-543F-449B-A1B6-CD4C1C7066D9}" type="doc">
      <dgm:prSet loTypeId="urn:microsoft.com/office/officeart/2008/layout/LinedList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DD9750AE-8DE6-4224-B542-0B5590070511}">
      <dgm:prSet custT="1"/>
      <dgm:spPr/>
      <dgm:t>
        <a:bodyPr/>
        <a:lstStyle/>
        <a:p>
          <a:r>
            <a:rPr lang="en-IN" sz="1600" b="1" dirty="0"/>
            <a:t>VR in Computer Science Education</a:t>
          </a:r>
          <a:br>
            <a:rPr lang="en-IN" sz="1600" dirty="0"/>
          </a:br>
          <a:r>
            <a:rPr lang="en-IN" sz="1600" dirty="0"/>
            <a:t>Research suggests that VR can make abstract and invisible processes more tangible through interaction, spatial representation, and guided exploration. Studies commonly report benefits in engagement, presence, and conceptual understanding.</a:t>
          </a:r>
          <a:br>
            <a:rPr lang="en-IN" sz="1400" dirty="0"/>
          </a:br>
          <a:r>
            <a:rPr lang="en-IN" sz="1400" i="1" dirty="0"/>
            <a:t>Pirker et al., 2020; Pirker et al., 2021; Agbo et al., 2021; Janani et al., 2026</a:t>
          </a:r>
          <a:endParaRPr lang="en-US" sz="1400" dirty="0"/>
        </a:p>
      </dgm:t>
    </dgm:pt>
    <dgm:pt modelId="{00696C3A-38F2-40F3-AE6F-192E5A8B1161}" type="parTrans" cxnId="{5B76AC3F-0CF6-40D0-A4A1-72E71CABDD20}">
      <dgm:prSet/>
      <dgm:spPr/>
      <dgm:t>
        <a:bodyPr/>
        <a:lstStyle/>
        <a:p>
          <a:endParaRPr lang="en-US"/>
        </a:p>
      </dgm:t>
    </dgm:pt>
    <dgm:pt modelId="{D6F7E87F-C638-4383-B277-605067DC2B2C}" type="sibTrans" cxnId="{5B76AC3F-0CF6-40D0-A4A1-72E71CABDD20}">
      <dgm:prSet/>
      <dgm:spPr/>
      <dgm:t>
        <a:bodyPr/>
        <a:lstStyle/>
        <a:p>
          <a:endParaRPr lang="en-US"/>
        </a:p>
      </dgm:t>
    </dgm:pt>
    <dgm:pt modelId="{505BCECC-F23B-47C8-B13A-1A92B79589D7}">
      <dgm:prSet custT="1"/>
      <dgm:spPr/>
      <dgm:t>
        <a:bodyPr/>
        <a:lstStyle/>
        <a:p>
          <a:r>
            <a:rPr lang="en-IN" sz="1600" b="1" dirty="0"/>
            <a:t>Computer Architecture Learning</a:t>
          </a:r>
          <a:br>
            <a:rPr lang="en-IN" sz="1600" dirty="0"/>
          </a:br>
          <a:r>
            <a:rPr lang="en-IN" sz="1600" dirty="0"/>
            <a:t>Previous systems have explored experiential learning, simulations, and serious games for teaching processor organisation and related concepts. However, this remains a relatively small area of research.</a:t>
          </a:r>
          <a:br>
            <a:rPr lang="en-IN" sz="1400" dirty="0"/>
          </a:br>
          <a:r>
            <a:rPr lang="en-US" sz="1400" i="1" dirty="0"/>
            <a:t>Dascalu et al., 2017; Tlili et al., 2016; Tan et al., 2023</a:t>
          </a:r>
          <a:endParaRPr lang="en-US" sz="1400" dirty="0"/>
        </a:p>
      </dgm:t>
    </dgm:pt>
    <dgm:pt modelId="{F876B53C-F8FE-4C59-9477-39BBD1606170}" type="parTrans" cxnId="{D87D0596-54D8-4E5B-B3FF-E1E8ED830D23}">
      <dgm:prSet/>
      <dgm:spPr/>
      <dgm:t>
        <a:bodyPr/>
        <a:lstStyle/>
        <a:p>
          <a:endParaRPr lang="en-US"/>
        </a:p>
      </dgm:t>
    </dgm:pt>
    <dgm:pt modelId="{EB80B5D4-A06F-4915-AB9F-2F64042498ED}" type="sibTrans" cxnId="{D87D0596-54D8-4E5B-B3FF-E1E8ED830D23}">
      <dgm:prSet/>
      <dgm:spPr/>
      <dgm:t>
        <a:bodyPr/>
        <a:lstStyle/>
        <a:p>
          <a:endParaRPr lang="en-US"/>
        </a:p>
      </dgm:t>
    </dgm:pt>
    <dgm:pt modelId="{116CBAD4-2370-4E17-B192-5EF85FDEA812}">
      <dgm:prSet custT="1"/>
      <dgm:spPr/>
      <dgm:t>
        <a:bodyPr/>
        <a:lstStyle/>
        <a:p>
          <a:r>
            <a:rPr lang="en-IN" sz="1600" b="1" dirty="0"/>
            <a:t>Lessons from Existing Work</a:t>
          </a:r>
          <a:br>
            <a:rPr lang="en-IN" sz="1600" dirty="0"/>
          </a:br>
          <a:r>
            <a:rPr lang="en-IN" sz="1600" dirty="0"/>
            <a:t>Immersion alone does not guarantee effective learning. Clear visualisation, intuitive interaction, appropriate guidance, and careful management of cognitive load remain essential.</a:t>
          </a:r>
          <a:br>
            <a:rPr lang="en-IN" sz="1400" dirty="0"/>
          </a:br>
          <a:r>
            <a:rPr lang="en-US" sz="1400" i="1" dirty="0"/>
            <a:t>Cook et al., 2019; Korkut &amp; Surer, 2023</a:t>
          </a:r>
          <a:endParaRPr lang="en-US" sz="1400" dirty="0"/>
        </a:p>
      </dgm:t>
    </dgm:pt>
    <dgm:pt modelId="{D601A7E7-4C4A-47D3-BB4B-DC77A473C1AB}" type="parTrans" cxnId="{33893345-FFD1-415C-BA00-F3BF2FCF4FCA}">
      <dgm:prSet/>
      <dgm:spPr/>
      <dgm:t>
        <a:bodyPr/>
        <a:lstStyle/>
        <a:p>
          <a:endParaRPr lang="en-US"/>
        </a:p>
      </dgm:t>
    </dgm:pt>
    <dgm:pt modelId="{D2BD3870-5BCD-45A8-BAFB-A5523A4E5322}" type="sibTrans" cxnId="{33893345-FFD1-415C-BA00-F3BF2FCF4FCA}">
      <dgm:prSet/>
      <dgm:spPr/>
      <dgm:t>
        <a:bodyPr/>
        <a:lstStyle/>
        <a:p>
          <a:endParaRPr lang="en-US"/>
        </a:p>
      </dgm:t>
    </dgm:pt>
    <dgm:pt modelId="{88EF1588-09BA-48D9-AEDF-0B42D2CE86DF}">
      <dgm:prSet custT="1"/>
      <dgm:spPr/>
      <dgm:t>
        <a:bodyPr/>
        <a:lstStyle/>
        <a:p>
          <a:r>
            <a:rPr lang="en-IN" sz="1600" b="1" dirty="0"/>
            <a:t>Remaining Gap</a:t>
          </a:r>
          <a:br>
            <a:rPr lang="en-IN" sz="1600" dirty="0"/>
          </a:br>
          <a:r>
            <a:rPr lang="en-US" sz="1600" dirty="0"/>
            <a:t>Existing research demonstrates the potential of VR for computer science education, but focused tools that help students trace instruction execution, data values, and control signals through a processor </a:t>
          </a:r>
          <a:r>
            <a:rPr lang="en-US" sz="1600" dirty="0" err="1"/>
            <a:t>datapath</a:t>
          </a:r>
          <a:r>
            <a:rPr lang="en-US" sz="1600" dirty="0"/>
            <a:t> remain limited. Many existing examples are proof-of-concept systems, broad investigations, or adjacent educational tools rather than structured experiences specifically designed around instruction execution.</a:t>
          </a:r>
        </a:p>
      </dgm:t>
    </dgm:pt>
    <dgm:pt modelId="{FAA6D639-40DC-4FAE-BC80-203DAFBAEFF5}" type="parTrans" cxnId="{4A1BD4F4-015E-481E-ACB6-4DAF38F499AD}">
      <dgm:prSet/>
      <dgm:spPr/>
      <dgm:t>
        <a:bodyPr/>
        <a:lstStyle/>
        <a:p>
          <a:endParaRPr lang="en-US"/>
        </a:p>
      </dgm:t>
    </dgm:pt>
    <dgm:pt modelId="{F0701790-E389-4EF0-B162-15C0A5E7C849}" type="sibTrans" cxnId="{4A1BD4F4-015E-481E-ACB6-4DAF38F499AD}">
      <dgm:prSet/>
      <dgm:spPr/>
      <dgm:t>
        <a:bodyPr/>
        <a:lstStyle/>
        <a:p>
          <a:endParaRPr lang="en-US"/>
        </a:p>
      </dgm:t>
    </dgm:pt>
    <dgm:pt modelId="{4055607D-241E-471E-985E-1B81A8B82DE3}" type="pres">
      <dgm:prSet presAssocID="{0B857D4C-543F-449B-A1B6-CD4C1C7066D9}" presName="vert0" presStyleCnt="0">
        <dgm:presLayoutVars>
          <dgm:dir/>
          <dgm:animOne val="branch"/>
          <dgm:animLvl val="lvl"/>
        </dgm:presLayoutVars>
      </dgm:prSet>
      <dgm:spPr/>
    </dgm:pt>
    <dgm:pt modelId="{E63F6A5E-A984-4E6C-A002-28B15EA61689}" type="pres">
      <dgm:prSet presAssocID="{DD9750AE-8DE6-4224-B542-0B5590070511}" presName="thickLine" presStyleLbl="alignNode1" presStyleIdx="0" presStyleCnt="4"/>
      <dgm:spPr/>
    </dgm:pt>
    <dgm:pt modelId="{82B19EF0-8184-41F8-A6E9-CAEE066058E0}" type="pres">
      <dgm:prSet presAssocID="{DD9750AE-8DE6-4224-B542-0B5590070511}" presName="horz1" presStyleCnt="0"/>
      <dgm:spPr/>
    </dgm:pt>
    <dgm:pt modelId="{B930AD9A-6131-41B8-9A49-B4372ABB1F75}" type="pres">
      <dgm:prSet presAssocID="{DD9750AE-8DE6-4224-B542-0B5590070511}" presName="tx1" presStyleLbl="revTx" presStyleIdx="0" presStyleCnt="4"/>
      <dgm:spPr/>
    </dgm:pt>
    <dgm:pt modelId="{2C66DB25-4779-4168-B7F1-D800A28C96F0}" type="pres">
      <dgm:prSet presAssocID="{DD9750AE-8DE6-4224-B542-0B5590070511}" presName="vert1" presStyleCnt="0"/>
      <dgm:spPr/>
    </dgm:pt>
    <dgm:pt modelId="{D1B44BAC-EA83-40AF-BACB-075EFB4EA624}" type="pres">
      <dgm:prSet presAssocID="{505BCECC-F23B-47C8-B13A-1A92B79589D7}" presName="thickLine" presStyleLbl="alignNode1" presStyleIdx="1" presStyleCnt="4"/>
      <dgm:spPr/>
    </dgm:pt>
    <dgm:pt modelId="{1FBF8C94-E47B-4309-ADB1-B329A920433C}" type="pres">
      <dgm:prSet presAssocID="{505BCECC-F23B-47C8-B13A-1A92B79589D7}" presName="horz1" presStyleCnt="0"/>
      <dgm:spPr/>
    </dgm:pt>
    <dgm:pt modelId="{81048DF3-E852-4379-A550-29911C3FC03E}" type="pres">
      <dgm:prSet presAssocID="{505BCECC-F23B-47C8-B13A-1A92B79589D7}" presName="tx1" presStyleLbl="revTx" presStyleIdx="1" presStyleCnt="4"/>
      <dgm:spPr/>
    </dgm:pt>
    <dgm:pt modelId="{9F9B5203-89A8-4D11-977E-0292976ACD0D}" type="pres">
      <dgm:prSet presAssocID="{505BCECC-F23B-47C8-B13A-1A92B79589D7}" presName="vert1" presStyleCnt="0"/>
      <dgm:spPr/>
    </dgm:pt>
    <dgm:pt modelId="{85AF648C-2909-4FA3-B883-C2C9066D4812}" type="pres">
      <dgm:prSet presAssocID="{116CBAD4-2370-4E17-B192-5EF85FDEA812}" presName="thickLine" presStyleLbl="alignNode1" presStyleIdx="2" presStyleCnt="4"/>
      <dgm:spPr/>
    </dgm:pt>
    <dgm:pt modelId="{ED2DFD07-387C-4950-9122-E6E3D4B29FC9}" type="pres">
      <dgm:prSet presAssocID="{116CBAD4-2370-4E17-B192-5EF85FDEA812}" presName="horz1" presStyleCnt="0"/>
      <dgm:spPr/>
    </dgm:pt>
    <dgm:pt modelId="{C13561D0-5E80-4E6C-A3B2-B8B4D3F7ACB5}" type="pres">
      <dgm:prSet presAssocID="{116CBAD4-2370-4E17-B192-5EF85FDEA812}" presName="tx1" presStyleLbl="revTx" presStyleIdx="2" presStyleCnt="4"/>
      <dgm:spPr/>
    </dgm:pt>
    <dgm:pt modelId="{D09D2B8F-7D95-4EF2-BE28-3A85E4F2A47A}" type="pres">
      <dgm:prSet presAssocID="{116CBAD4-2370-4E17-B192-5EF85FDEA812}" presName="vert1" presStyleCnt="0"/>
      <dgm:spPr/>
    </dgm:pt>
    <dgm:pt modelId="{8CC679A7-3C1F-4548-B35F-EDC1D28EFAA9}" type="pres">
      <dgm:prSet presAssocID="{88EF1588-09BA-48D9-AEDF-0B42D2CE86DF}" presName="thickLine" presStyleLbl="alignNode1" presStyleIdx="3" presStyleCnt="4"/>
      <dgm:spPr/>
    </dgm:pt>
    <dgm:pt modelId="{0AD10781-28EE-4ACC-8821-1490911A15C7}" type="pres">
      <dgm:prSet presAssocID="{88EF1588-09BA-48D9-AEDF-0B42D2CE86DF}" presName="horz1" presStyleCnt="0"/>
      <dgm:spPr/>
    </dgm:pt>
    <dgm:pt modelId="{4FC049B9-B500-45DA-91C8-8951C9EE9CD8}" type="pres">
      <dgm:prSet presAssocID="{88EF1588-09BA-48D9-AEDF-0B42D2CE86DF}" presName="tx1" presStyleLbl="revTx" presStyleIdx="3" presStyleCnt="4"/>
      <dgm:spPr/>
    </dgm:pt>
    <dgm:pt modelId="{5B1704BE-8AFE-49F5-AA1B-91B261B0E155}" type="pres">
      <dgm:prSet presAssocID="{88EF1588-09BA-48D9-AEDF-0B42D2CE86DF}" presName="vert1" presStyleCnt="0"/>
      <dgm:spPr/>
    </dgm:pt>
  </dgm:ptLst>
  <dgm:cxnLst>
    <dgm:cxn modelId="{3918ED37-BDB0-4EC9-BF54-BB56F5FB2EF4}" type="presOf" srcId="{0B857D4C-543F-449B-A1B6-CD4C1C7066D9}" destId="{4055607D-241E-471E-985E-1B81A8B82DE3}" srcOrd="0" destOrd="0" presId="urn:microsoft.com/office/officeart/2008/layout/LinedList"/>
    <dgm:cxn modelId="{5B76AC3F-0CF6-40D0-A4A1-72E71CABDD20}" srcId="{0B857D4C-543F-449B-A1B6-CD4C1C7066D9}" destId="{DD9750AE-8DE6-4224-B542-0B5590070511}" srcOrd="0" destOrd="0" parTransId="{00696C3A-38F2-40F3-AE6F-192E5A8B1161}" sibTransId="{D6F7E87F-C638-4383-B277-605067DC2B2C}"/>
    <dgm:cxn modelId="{33893345-FFD1-415C-BA00-F3BF2FCF4FCA}" srcId="{0B857D4C-543F-449B-A1B6-CD4C1C7066D9}" destId="{116CBAD4-2370-4E17-B192-5EF85FDEA812}" srcOrd="2" destOrd="0" parTransId="{D601A7E7-4C4A-47D3-BB4B-DC77A473C1AB}" sibTransId="{D2BD3870-5BCD-45A8-BAFB-A5523A4E5322}"/>
    <dgm:cxn modelId="{99E7A850-E68C-4D8C-ABFA-61E8D1A3CAD7}" type="presOf" srcId="{DD9750AE-8DE6-4224-B542-0B5590070511}" destId="{B930AD9A-6131-41B8-9A49-B4372ABB1F75}" srcOrd="0" destOrd="0" presId="urn:microsoft.com/office/officeart/2008/layout/LinedList"/>
    <dgm:cxn modelId="{619A6875-7103-49A8-9DDC-7AB69BEDBE7F}" type="presOf" srcId="{88EF1588-09BA-48D9-AEDF-0B42D2CE86DF}" destId="{4FC049B9-B500-45DA-91C8-8951C9EE9CD8}" srcOrd="0" destOrd="0" presId="urn:microsoft.com/office/officeart/2008/layout/LinedList"/>
    <dgm:cxn modelId="{D87D0596-54D8-4E5B-B3FF-E1E8ED830D23}" srcId="{0B857D4C-543F-449B-A1B6-CD4C1C7066D9}" destId="{505BCECC-F23B-47C8-B13A-1A92B79589D7}" srcOrd="1" destOrd="0" parTransId="{F876B53C-F8FE-4C59-9477-39BBD1606170}" sibTransId="{EB80B5D4-A06F-4915-AB9F-2F64042498ED}"/>
    <dgm:cxn modelId="{A4558CA3-D144-4068-BAD5-F5A2A7F08201}" type="presOf" srcId="{116CBAD4-2370-4E17-B192-5EF85FDEA812}" destId="{C13561D0-5E80-4E6C-A3B2-B8B4D3F7ACB5}" srcOrd="0" destOrd="0" presId="urn:microsoft.com/office/officeart/2008/layout/LinedList"/>
    <dgm:cxn modelId="{8D829DC6-A056-4624-B488-EF45E0F55EB5}" type="presOf" srcId="{505BCECC-F23B-47C8-B13A-1A92B79589D7}" destId="{81048DF3-E852-4379-A550-29911C3FC03E}" srcOrd="0" destOrd="0" presId="urn:microsoft.com/office/officeart/2008/layout/LinedList"/>
    <dgm:cxn modelId="{4A1BD4F4-015E-481E-ACB6-4DAF38F499AD}" srcId="{0B857D4C-543F-449B-A1B6-CD4C1C7066D9}" destId="{88EF1588-09BA-48D9-AEDF-0B42D2CE86DF}" srcOrd="3" destOrd="0" parTransId="{FAA6D639-40DC-4FAE-BC80-203DAFBAEFF5}" sibTransId="{F0701790-E389-4EF0-B162-15C0A5E7C849}"/>
    <dgm:cxn modelId="{489D3CC3-4CED-4CA5-A6C3-CC26C8C47143}" type="presParOf" srcId="{4055607D-241E-471E-985E-1B81A8B82DE3}" destId="{E63F6A5E-A984-4E6C-A002-28B15EA61689}" srcOrd="0" destOrd="0" presId="urn:microsoft.com/office/officeart/2008/layout/LinedList"/>
    <dgm:cxn modelId="{E11FB50B-EEFD-4919-A16D-732251787FD7}" type="presParOf" srcId="{4055607D-241E-471E-985E-1B81A8B82DE3}" destId="{82B19EF0-8184-41F8-A6E9-CAEE066058E0}" srcOrd="1" destOrd="0" presId="urn:microsoft.com/office/officeart/2008/layout/LinedList"/>
    <dgm:cxn modelId="{84EA47D6-0405-4203-AEC3-9773F6238D8E}" type="presParOf" srcId="{82B19EF0-8184-41F8-A6E9-CAEE066058E0}" destId="{B930AD9A-6131-41B8-9A49-B4372ABB1F75}" srcOrd="0" destOrd="0" presId="urn:microsoft.com/office/officeart/2008/layout/LinedList"/>
    <dgm:cxn modelId="{03BC3EC9-F85A-498F-8C81-E7F70889FF45}" type="presParOf" srcId="{82B19EF0-8184-41F8-A6E9-CAEE066058E0}" destId="{2C66DB25-4779-4168-B7F1-D800A28C96F0}" srcOrd="1" destOrd="0" presId="urn:microsoft.com/office/officeart/2008/layout/LinedList"/>
    <dgm:cxn modelId="{AA179A18-07DE-45B2-B4C8-10EF2D13227A}" type="presParOf" srcId="{4055607D-241E-471E-985E-1B81A8B82DE3}" destId="{D1B44BAC-EA83-40AF-BACB-075EFB4EA624}" srcOrd="2" destOrd="0" presId="urn:microsoft.com/office/officeart/2008/layout/LinedList"/>
    <dgm:cxn modelId="{C52DAF55-79B4-462A-86AA-DA5CDF212065}" type="presParOf" srcId="{4055607D-241E-471E-985E-1B81A8B82DE3}" destId="{1FBF8C94-E47B-4309-ADB1-B329A920433C}" srcOrd="3" destOrd="0" presId="urn:microsoft.com/office/officeart/2008/layout/LinedList"/>
    <dgm:cxn modelId="{BE0FC5FD-7645-4131-A72A-93C6D90A73E8}" type="presParOf" srcId="{1FBF8C94-E47B-4309-ADB1-B329A920433C}" destId="{81048DF3-E852-4379-A550-29911C3FC03E}" srcOrd="0" destOrd="0" presId="urn:microsoft.com/office/officeart/2008/layout/LinedList"/>
    <dgm:cxn modelId="{367E4E97-D8BE-4EC9-9966-45E82FC1D297}" type="presParOf" srcId="{1FBF8C94-E47B-4309-ADB1-B329A920433C}" destId="{9F9B5203-89A8-4D11-977E-0292976ACD0D}" srcOrd="1" destOrd="0" presId="urn:microsoft.com/office/officeart/2008/layout/LinedList"/>
    <dgm:cxn modelId="{CF63A801-860C-4B06-BC79-C14143B36EE8}" type="presParOf" srcId="{4055607D-241E-471E-985E-1B81A8B82DE3}" destId="{85AF648C-2909-4FA3-B883-C2C9066D4812}" srcOrd="4" destOrd="0" presId="urn:microsoft.com/office/officeart/2008/layout/LinedList"/>
    <dgm:cxn modelId="{0D75BA9C-6DEB-448D-845A-423A74EE8266}" type="presParOf" srcId="{4055607D-241E-471E-985E-1B81A8B82DE3}" destId="{ED2DFD07-387C-4950-9122-E6E3D4B29FC9}" srcOrd="5" destOrd="0" presId="urn:microsoft.com/office/officeart/2008/layout/LinedList"/>
    <dgm:cxn modelId="{B2A675E0-D709-4FC7-ADE4-395C01801714}" type="presParOf" srcId="{ED2DFD07-387C-4950-9122-E6E3D4B29FC9}" destId="{C13561D0-5E80-4E6C-A3B2-B8B4D3F7ACB5}" srcOrd="0" destOrd="0" presId="urn:microsoft.com/office/officeart/2008/layout/LinedList"/>
    <dgm:cxn modelId="{F275B1D8-533B-4607-81BE-E9C27A42E6C0}" type="presParOf" srcId="{ED2DFD07-387C-4950-9122-E6E3D4B29FC9}" destId="{D09D2B8F-7D95-4EF2-BE28-3A85E4F2A47A}" srcOrd="1" destOrd="0" presId="urn:microsoft.com/office/officeart/2008/layout/LinedList"/>
    <dgm:cxn modelId="{9F47EC7C-1903-46C6-9844-962461D3E5BE}" type="presParOf" srcId="{4055607D-241E-471E-985E-1B81A8B82DE3}" destId="{8CC679A7-3C1F-4548-B35F-EDC1D28EFAA9}" srcOrd="6" destOrd="0" presId="urn:microsoft.com/office/officeart/2008/layout/LinedList"/>
    <dgm:cxn modelId="{E5C6BEAC-5E8B-4394-B584-3D3784AD2BF7}" type="presParOf" srcId="{4055607D-241E-471E-985E-1B81A8B82DE3}" destId="{0AD10781-28EE-4ACC-8821-1490911A15C7}" srcOrd="7" destOrd="0" presId="urn:microsoft.com/office/officeart/2008/layout/LinedList"/>
    <dgm:cxn modelId="{AF59258B-6A77-4F47-9534-95AD4DD66374}" type="presParOf" srcId="{0AD10781-28EE-4ACC-8821-1490911A15C7}" destId="{4FC049B9-B500-45DA-91C8-8951C9EE9CD8}" srcOrd="0" destOrd="0" presId="urn:microsoft.com/office/officeart/2008/layout/LinedList"/>
    <dgm:cxn modelId="{0F53C672-405B-4778-A1B9-C316113BE58D}" type="presParOf" srcId="{0AD10781-28EE-4ACC-8821-1490911A15C7}" destId="{5B1704BE-8AFE-49F5-AA1B-91B261B0E155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E44CBAE-F560-440C-9772-17217996D8CF}" type="doc">
      <dgm:prSet loTypeId="urn:microsoft.com/office/officeart/2005/8/layout/process4" loCatId="process" qsTypeId="urn:microsoft.com/office/officeart/2005/8/quickstyle/simple2" qsCatId="simple" csTypeId="urn:microsoft.com/office/officeart/2005/8/colors/accent1_3" csCatId="accent1" phldr="1"/>
      <dgm:spPr/>
      <dgm:t>
        <a:bodyPr/>
        <a:lstStyle/>
        <a:p>
          <a:endParaRPr lang="en-US"/>
        </a:p>
      </dgm:t>
    </dgm:pt>
    <dgm:pt modelId="{500C980B-44F4-4E14-82E0-E44899D98B64}">
      <dgm:prSet/>
      <dgm:spPr/>
      <dgm:t>
        <a:bodyPr/>
        <a:lstStyle/>
        <a:p>
          <a:r>
            <a:rPr lang="en-US" b="1"/>
            <a:t>Learning Mode</a:t>
          </a:r>
          <a:endParaRPr lang="en-US"/>
        </a:p>
      </dgm:t>
    </dgm:pt>
    <dgm:pt modelId="{9F85AD8A-1289-4C8F-AD6B-44118D13B6EB}" type="parTrans" cxnId="{58EF98E7-ECFD-43E8-9C36-D786358565D2}">
      <dgm:prSet/>
      <dgm:spPr/>
      <dgm:t>
        <a:bodyPr/>
        <a:lstStyle/>
        <a:p>
          <a:endParaRPr lang="en-US"/>
        </a:p>
      </dgm:t>
    </dgm:pt>
    <dgm:pt modelId="{39A524CE-5703-4662-8CE6-C46E18168FB5}" type="sibTrans" cxnId="{58EF98E7-ECFD-43E8-9C36-D786358565D2}">
      <dgm:prSet/>
      <dgm:spPr/>
      <dgm:t>
        <a:bodyPr/>
        <a:lstStyle/>
        <a:p>
          <a:endParaRPr lang="en-US"/>
        </a:p>
      </dgm:t>
    </dgm:pt>
    <dgm:pt modelId="{2A79BE68-7216-4B28-BA1D-C50684FCE320}">
      <dgm:prSet/>
      <dgm:spPr/>
      <dgm:t>
        <a:bodyPr/>
        <a:lstStyle/>
        <a:p>
          <a:r>
            <a:rPr lang="en-US"/>
            <a:t>Guided instruction walkthroughs</a:t>
          </a:r>
        </a:p>
      </dgm:t>
    </dgm:pt>
    <dgm:pt modelId="{7528633C-4987-4F62-B885-E6600C14A3E7}" type="parTrans" cxnId="{99374E07-1FFD-4710-B1C1-13AD66305964}">
      <dgm:prSet/>
      <dgm:spPr/>
      <dgm:t>
        <a:bodyPr/>
        <a:lstStyle/>
        <a:p>
          <a:endParaRPr lang="en-US"/>
        </a:p>
      </dgm:t>
    </dgm:pt>
    <dgm:pt modelId="{B25256CA-2199-4CE6-A7EC-283C1558CD2C}" type="sibTrans" cxnId="{99374E07-1FFD-4710-B1C1-13AD66305964}">
      <dgm:prSet/>
      <dgm:spPr/>
      <dgm:t>
        <a:bodyPr/>
        <a:lstStyle/>
        <a:p>
          <a:endParaRPr lang="en-US"/>
        </a:p>
      </dgm:t>
    </dgm:pt>
    <dgm:pt modelId="{09B1D2D2-1C35-4B21-828C-62E68D1702DF}">
      <dgm:prSet/>
      <dgm:spPr/>
      <dgm:t>
        <a:bodyPr/>
        <a:lstStyle/>
        <a:p>
          <a:r>
            <a:rPr lang="en-US" dirty="0"/>
            <a:t>Explicit prompts and explanatory scaffolding</a:t>
          </a:r>
        </a:p>
      </dgm:t>
    </dgm:pt>
    <dgm:pt modelId="{726FC1EB-F720-42E2-80B5-8DEAB0DBE5A6}" type="parTrans" cxnId="{7DD9381D-58BD-4E0C-922F-CF4FFBCEA954}">
      <dgm:prSet/>
      <dgm:spPr/>
      <dgm:t>
        <a:bodyPr/>
        <a:lstStyle/>
        <a:p>
          <a:endParaRPr lang="en-US"/>
        </a:p>
      </dgm:t>
    </dgm:pt>
    <dgm:pt modelId="{A02B566E-DBA7-4C40-AEBA-A7DBD0E97E35}" type="sibTrans" cxnId="{7DD9381D-58BD-4E0C-922F-CF4FFBCEA954}">
      <dgm:prSet/>
      <dgm:spPr/>
      <dgm:t>
        <a:bodyPr/>
        <a:lstStyle/>
        <a:p>
          <a:endParaRPr lang="en-US"/>
        </a:p>
      </dgm:t>
    </dgm:pt>
    <dgm:pt modelId="{1DD6216E-BF52-46C7-8987-238327830374}">
      <dgm:prSet/>
      <dgm:spPr/>
      <dgm:t>
        <a:bodyPr/>
        <a:lstStyle/>
        <a:p>
          <a:r>
            <a:rPr lang="en-US"/>
            <a:t>Immediate corrective feedback</a:t>
          </a:r>
        </a:p>
      </dgm:t>
    </dgm:pt>
    <dgm:pt modelId="{3C6FEE56-30EA-457F-8FCB-0D42713ED2C8}" type="parTrans" cxnId="{05E97250-E8ED-4F0D-9669-BFD96D480EDD}">
      <dgm:prSet/>
      <dgm:spPr/>
      <dgm:t>
        <a:bodyPr/>
        <a:lstStyle/>
        <a:p>
          <a:endParaRPr lang="en-US"/>
        </a:p>
      </dgm:t>
    </dgm:pt>
    <dgm:pt modelId="{A4776D9E-D6D9-45A4-85C9-478575CA1459}" type="sibTrans" cxnId="{05E97250-E8ED-4F0D-9669-BFD96D480EDD}">
      <dgm:prSet/>
      <dgm:spPr/>
      <dgm:t>
        <a:bodyPr/>
        <a:lstStyle/>
        <a:p>
          <a:endParaRPr lang="en-US"/>
        </a:p>
      </dgm:t>
    </dgm:pt>
    <dgm:pt modelId="{A53E8F9E-0658-4E6C-A465-AA7F91AF7197}">
      <dgm:prSet/>
      <dgm:spPr/>
      <dgm:t>
        <a:bodyPr/>
        <a:lstStyle/>
        <a:p>
          <a:r>
            <a:rPr lang="en-US" b="1"/>
            <a:t>Practice Mode</a:t>
          </a:r>
          <a:endParaRPr lang="en-US"/>
        </a:p>
      </dgm:t>
    </dgm:pt>
    <dgm:pt modelId="{F0E9E48E-BF1C-43BD-8D96-589B1B048825}" type="parTrans" cxnId="{9B8C4E5C-78AA-4C84-883D-DAFCE7199049}">
      <dgm:prSet/>
      <dgm:spPr/>
      <dgm:t>
        <a:bodyPr/>
        <a:lstStyle/>
        <a:p>
          <a:endParaRPr lang="en-US"/>
        </a:p>
      </dgm:t>
    </dgm:pt>
    <dgm:pt modelId="{037F9EB9-5E89-4F3F-9E26-B5C0D341AF84}" type="sibTrans" cxnId="{9B8C4E5C-78AA-4C84-883D-DAFCE7199049}">
      <dgm:prSet/>
      <dgm:spPr/>
      <dgm:t>
        <a:bodyPr/>
        <a:lstStyle/>
        <a:p>
          <a:endParaRPr lang="en-US"/>
        </a:p>
      </dgm:t>
    </dgm:pt>
    <dgm:pt modelId="{A21A23E0-A615-48EA-A6DB-AD476BC86BE6}">
      <dgm:prSet/>
      <dgm:spPr/>
      <dgm:t>
        <a:bodyPr/>
        <a:lstStyle/>
        <a:p>
          <a:r>
            <a:rPr lang="en-US"/>
            <a:t>Reduced guidance</a:t>
          </a:r>
        </a:p>
      </dgm:t>
    </dgm:pt>
    <dgm:pt modelId="{06236CF1-F625-40FD-8F19-C607B334C2C7}" type="parTrans" cxnId="{47F0D7AE-BBE0-4425-B5A9-71594EF43014}">
      <dgm:prSet/>
      <dgm:spPr/>
      <dgm:t>
        <a:bodyPr/>
        <a:lstStyle/>
        <a:p>
          <a:endParaRPr lang="en-US"/>
        </a:p>
      </dgm:t>
    </dgm:pt>
    <dgm:pt modelId="{2E0CB522-CA36-4B1B-8921-C6E3193B3B67}" type="sibTrans" cxnId="{47F0D7AE-BBE0-4425-B5A9-71594EF43014}">
      <dgm:prSet/>
      <dgm:spPr/>
      <dgm:t>
        <a:bodyPr/>
        <a:lstStyle/>
        <a:p>
          <a:endParaRPr lang="en-US"/>
        </a:p>
      </dgm:t>
    </dgm:pt>
    <dgm:pt modelId="{A4E616B4-AA7D-494F-9FF6-CF51B3325D26}">
      <dgm:prSet/>
      <dgm:spPr/>
      <dgm:t>
        <a:bodyPr/>
        <a:lstStyle/>
        <a:p>
          <a:r>
            <a:rPr lang="en-US"/>
            <a:t>Learner must decode the instruction independently</a:t>
          </a:r>
        </a:p>
      </dgm:t>
    </dgm:pt>
    <dgm:pt modelId="{57BA982B-BCF8-4782-8DB5-9EC490AB38C9}" type="parTrans" cxnId="{DC49E536-E72A-4CA0-B2F9-E3F4DD9D7772}">
      <dgm:prSet/>
      <dgm:spPr/>
      <dgm:t>
        <a:bodyPr/>
        <a:lstStyle/>
        <a:p>
          <a:endParaRPr lang="en-US"/>
        </a:p>
      </dgm:t>
    </dgm:pt>
    <dgm:pt modelId="{A0A57D32-8259-42B3-8CE8-5A173E1EF2A0}" type="sibTrans" cxnId="{DC49E536-E72A-4CA0-B2F9-E3F4DD9D7772}">
      <dgm:prSet/>
      <dgm:spPr/>
      <dgm:t>
        <a:bodyPr/>
        <a:lstStyle/>
        <a:p>
          <a:endParaRPr lang="en-US"/>
        </a:p>
      </dgm:t>
    </dgm:pt>
    <dgm:pt modelId="{565AF0ED-A496-4406-87BB-C0D4C244A586}">
      <dgm:prSet/>
      <dgm:spPr/>
      <dgm:t>
        <a:bodyPr/>
        <a:lstStyle/>
        <a:p>
          <a:r>
            <a:rPr lang="en-US"/>
            <a:t>Limited hints and limited attempts</a:t>
          </a:r>
        </a:p>
      </dgm:t>
    </dgm:pt>
    <dgm:pt modelId="{EFDCF485-6F96-4E9D-89FE-DC2314751EC5}" type="parTrans" cxnId="{CB335DF2-1A48-46F9-93EC-30489A4D333F}">
      <dgm:prSet/>
      <dgm:spPr/>
      <dgm:t>
        <a:bodyPr/>
        <a:lstStyle/>
        <a:p>
          <a:endParaRPr lang="en-US"/>
        </a:p>
      </dgm:t>
    </dgm:pt>
    <dgm:pt modelId="{0DCA50D5-71D8-42CA-B8C8-BDF162BF946D}" type="sibTrans" cxnId="{CB335DF2-1A48-46F9-93EC-30489A4D333F}">
      <dgm:prSet/>
      <dgm:spPr/>
      <dgm:t>
        <a:bodyPr/>
        <a:lstStyle/>
        <a:p>
          <a:endParaRPr lang="en-US"/>
        </a:p>
      </dgm:t>
    </dgm:pt>
    <dgm:pt modelId="{063DC86B-7E5C-44A3-BD16-8E9E3F9C106A}">
      <dgm:prSet/>
      <dgm:spPr/>
      <dgm:t>
        <a:bodyPr/>
        <a:lstStyle/>
        <a:p>
          <a:r>
            <a:rPr lang="en-US" b="1"/>
            <a:t>Test Mode</a:t>
          </a:r>
          <a:endParaRPr lang="en-US"/>
        </a:p>
      </dgm:t>
    </dgm:pt>
    <dgm:pt modelId="{1CD45304-1FEE-4ABD-984F-C4EAAF4F3E5D}" type="parTrans" cxnId="{22A6236E-1EBF-4F1A-B9AD-14152C534CCB}">
      <dgm:prSet/>
      <dgm:spPr/>
      <dgm:t>
        <a:bodyPr/>
        <a:lstStyle/>
        <a:p>
          <a:endParaRPr lang="en-US"/>
        </a:p>
      </dgm:t>
    </dgm:pt>
    <dgm:pt modelId="{1421E449-0B56-4297-8105-D23E67E36BB7}" type="sibTrans" cxnId="{22A6236E-1EBF-4F1A-B9AD-14152C534CCB}">
      <dgm:prSet/>
      <dgm:spPr/>
      <dgm:t>
        <a:bodyPr/>
        <a:lstStyle/>
        <a:p>
          <a:endParaRPr lang="en-US"/>
        </a:p>
      </dgm:t>
    </dgm:pt>
    <dgm:pt modelId="{02B63A65-D142-4DAB-B08D-0F6DCC321631}">
      <dgm:prSet/>
      <dgm:spPr/>
      <dgm:t>
        <a:bodyPr/>
        <a:lstStyle/>
        <a:p>
          <a:r>
            <a:rPr lang="en-US"/>
            <a:t>No lesson panel or hint panel</a:t>
          </a:r>
        </a:p>
      </dgm:t>
    </dgm:pt>
    <dgm:pt modelId="{830783D4-02CE-409B-B5D2-F67380E2CD8A}" type="parTrans" cxnId="{E319536C-3FF5-4609-A023-6D5F34B89BB1}">
      <dgm:prSet/>
      <dgm:spPr/>
      <dgm:t>
        <a:bodyPr/>
        <a:lstStyle/>
        <a:p>
          <a:endParaRPr lang="en-US"/>
        </a:p>
      </dgm:t>
    </dgm:pt>
    <dgm:pt modelId="{1B890C32-375E-472C-B97C-1F0A73F96DFE}" type="sibTrans" cxnId="{E319536C-3FF5-4609-A023-6D5F34B89BB1}">
      <dgm:prSet/>
      <dgm:spPr/>
      <dgm:t>
        <a:bodyPr/>
        <a:lstStyle/>
        <a:p>
          <a:endParaRPr lang="en-US"/>
        </a:p>
      </dgm:t>
    </dgm:pt>
    <dgm:pt modelId="{DAAB6CA7-39AA-46E3-B836-7B727CF5774C}">
      <dgm:prSet/>
      <dgm:spPr/>
      <dgm:t>
        <a:bodyPr/>
        <a:lstStyle/>
        <a:p>
          <a:r>
            <a:rPr lang="en-US"/>
            <a:t>Minimal tolerance for mistakes</a:t>
          </a:r>
        </a:p>
      </dgm:t>
    </dgm:pt>
    <dgm:pt modelId="{FA4908A3-4482-42D0-AB43-283B0D072E14}" type="parTrans" cxnId="{801BA37F-D27F-4D20-B55C-0BAB2A8D8BDA}">
      <dgm:prSet/>
      <dgm:spPr/>
      <dgm:t>
        <a:bodyPr/>
        <a:lstStyle/>
        <a:p>
          <a:endParaRPr lang="en-US"/>
        </a:p>
      </dgm:t>
    </dgm:pt>
    <dgm:pt modelId="{EA4B78DD-C952-4BB0-8A47-4D5859F756A3}" type="sibTrans" cxnId="{801BA37F-D27F-4D20-B55C-0BAB2A8D8BDA}">
      <dgm:prSet/>
      <dgm:spPr/>
      <dgm:t>
        <a:bodyPr/>
        <a:lstStyle/>
        <a:p>
          <a:endParaRPr lang="en-US"/>
        </a:p>
      </dgm:t>
    </dgm:pt>
    <dgm:pt modelId="{DA86E7B6-03F1-4DE2-A1AB-1D3246B588F5}">
      <dgm:prSet/>
      <dgm:spPr/>
      <dgm:t>
        <a:bodyPr/>
        <a:lstStyle/>
        <a:p>
          <a:r>
            <a:rPr lang="en-US"/>
            <a:t>Functions as the strict assessment version of the same lesson flow</a:t>
          </a:r>
        </a:p>
      </dgm:t>
    </dgm:pt>
    <dgm:pt modelId="{444DF9DD-873D-48CC-9896-CBCF1AEA3ADB}" type="parTrans" cxnId="{A28CB284-28FB-42AC-871F-3616AAA632BF}">
      <dgm:prSet/>
      <dgm:spPr/>
      <dgm:t>
        <a:bodyPr/>
        <a:lstStyle/>
        <a:p>
          <a:endParaRPr lang="en-US"/>
        </a:p>
      </dgm:t>
    </dgm:pt>
    <dgm:pt modelId="{DF4F4F53-3792-4851-ADC3-8BFFD5D029D4}" type="sibTrans" cxnId="{A28CB284-28FB-42AC-871F-3616AAA632BF}">
      <dgm:prSet/>
      <dgm:spPr/>
      <dgm:t>
        <a:bodyPr/>
        <a:lstStyle/>
        <a:p>
          <a:endParaRPr lang="en-US"/>
        </a:p>
      </dgm:t>
    </dgm:pt>
    <dgm:pt modelId="{FA610BE1-EB87-484B-A97B-B1ABF2D99E2E}" type="pres">
      <dgm:prSet presAssocID="{3E44CBAE-F560-440C-9772-17217996D8CF}" presName="Name0" presStyleCnt="0">
        <dgm:presLayoutVars>
          <dgm:dir/>
          <dgm:animLvl val="lvl"/>
          <dgm:resizeHandles val="exact"/>
        </dgm:presLayoutVars>
      </dgm:prSet>
      <dgm:spPr/>
    </dgm:pt>
    <dgm:pt modelId="{C279718A-41D1-4C36-BE6C-A441748AB147}" type="pres">
      <dgm:prSet presAssocID="{063DC86B-7E5C-44A3-BD16-8E9E3F9C106A}" presName="boxAndChildren" presStyleCnt="0"/>
      <dgm:spPr/>
    </dgm:pt>
    <dgm:pt modelId="{BBAEAD61-3D51-4D17-9704-918685312982}" type="pres">
      <dgm:prSet presAssocID="{063DC86B-7E5C-44A3-BD16-8E9E3F9C106A}" presName="parentTextBox" presStyleLbl="node1" presStyleIdx="0" presStyleCnt="3"/>
      <dgm:spPr/>
    </dgm:pt>
    <dgm:pt modelId="{F17425B2-F9BC-4A1C-B394-7571CBAC09CB}" type="pres">
      <dgm:prSet presAssocID="{063DC86B-7E5C-44A3-BD16-8E9E3F9C106A}" presName="entireBox" presStyleLbl="node1" presStyleIdx="0" presStyleCnt="3"/>
      <dgm:spPr/>
    </dgm:pt>
    <dgm:pt modelId="{B5AA1C84-4AA6-4273-A99F-8F9F4F3755EF}" type="pres">
      <dgm:prSet presAssocID="{063DC86B-7E5C-44A3-BD16-8E9E3F9C106A}" presName="descendantBox" presStyleCnt="0"/>
      <dgm:spPr/>
    </dgm:pt>
    <dgm:pt modelId="{C06EEDF8-3F9C-4901-98C4-1509C4CF4D9A}" type="pres">
      <dgm:prSet presAssocID="{02B63A65-D142-4DAB-B08D-0F6DCC321631}" presName="childTextBox" presStyleLbl="fgAccFollowNode1" presStyleIdx="0" presStyleCnt="9">
        <dgm:presLayoutVars>
          <dgm:bulletEnabled val="1"/>
        </dgm:presLayoutVars>
      </dgm:prSet>
      <dgm:spPr/>
    </dgm:pt>
    <dgm:pt modelId="{563B52A1-268D-431B-A69D-899A194B7568}" type="pres">
      <dgm:prSet presAssocID="{DAAB6CA7-39AA-46E3-B836-7B727CF5774C}" presName="childTextBox" presStyleLbl="fgAccFollowNode1" presStyleIdx="1" presStyleCnt="9">
        <dgm:presLayoutVars>
          <dgm:bulletEnabled val="1"/>
        </dgm:presLayoutVars>
      </dgm:prSet>
      <dgm:spPr/>
    </dgm:pt>
    <dgm:pt modelId="{6959959B-2BEF-48B7-AB36-EC5F04E36053}" type="pres">
      <dgm:prSet presAssocID="{DA86E7B6-03F1-4DE2-A1AB-1D3246B588F5}" presName="childTextBox" presStyleLbl="fgAccFollowNode1" presStyleIdx="2" presStyleCnt="9">
        <dgm:presLayoutVars>
          <dgm:bulletEnabled val="1"/>
        </dgm:presLayoutVars>
      </dgm:prSet>
      <dgm:spPr/>
    </dgm:pt>
    <dgm:pt modelId="{0B1A727D-54AF-44F8-9538-F43EA741E539}" type="pres">
      <dgm:prSet presAssocID="{037F9EB9-5E89-4F3F-9E26-B5C0D341AF84}" presName="sp" presStyleCnt="0"/>
      <dgm:spPr/>
    </dgm:pt>
    <dgm:pt modelId="{5C2EA84D-1E97-4DD0-8DAB-3ED37D0024E1}" type="pres">
      <dgm:prSet presAssocID="{A53E8F9E-0658-4E6C-A465-AA7F91AF7197}" presName="arrowAndChildren" presStyleCnt="0"/>
      <dgm:spPr/>
    </dgm:pt>
    <dgm:pt modelId="{6C73386E-11ED-4B3A-8679-7167083940C1}" type="pres">
      <dgm:prSet presAssocID="{A53E8F9E-0658-4E6C-A465-AA7F91AF7197}" presName="parentTextArrow" presStyleLbl="node1" presStyleIdx="0" presStyleCnt="3"/>
      <dgm:spPr/>
    </dgm:pt>
    <dgm:pt modelId="{48462870-6142-4604-820B-B2C513AA2258}" type="pres">
      <dgm:prSet presAssocID="{A53E8F9E-0658-4E6C-A465-AA7F91AF7197}" presName="arrow" presStyleLbl="node1" presStyleIdx="1" presStyleCnt="3"/>
      <dgm:spPr/>
    </dgm:pt>
    <dgm:pt modelId="{A9D6680C-22FD-40D8-A21E-6B8FEED8B6E9}" type="pres">
      <dgm:prSet presAssocID="{A53E8F9E-0658-4E6C-A465-AA7F91AF7197}" presName="descendantArrow" presStyleCnt="0"/>
      <dgm:spPr/>
    </dgm:pt>
    <dgm:pt modelId="{3DBECBB6-9D9E-4075-8F8F-55DBEF7F05E8}" type="pres">
      <dgm:prSet presAssocID="{A21A23E0-A615-48EA-A6DB-AD476BC86BE6}" presName="childTextArrow" presStyleLbl="fgAccFollowNode1" presStyleIdx="3" presStyleCnt="9">
        <dgm:presLayoutVars>
          <dgm:bulletEnabled val="1"/>
        </dgm:presLayoutVars>
      </dgm:prSet>
      <dgm:spPr/>
    </dgm:pt>
    <dgm:pt modelId="{FA16532B-07EA-492E-98A1-DD347B5434C4}" type="pres">
      <dgm:prSet presAssocID="{A4E616B4-AA7D-494F-9FF6-CF51B3325D26}" presName="childTextArrow" presStyleLbl="fgAccFollowNode1" presStyleIdx="4" presStyleCnt="9">
        <dgm:presLayoutVars>
          <dgm:bulletEnabled val="1"/>
        </dgm:presLayoutVars>
      </dgm:prSet>
      <dgm:spPr/>
    </dgm:pt>
    <dgm:pt modelId="{C920FD06-8BD9-4623-BD8C-0A78F21ED4FF}" type="pres">
      <dgm:prSet presAssocID="{565AF0ED-A496-4406-87BB-C0D4C244A586}" presName="childTextArrow" presStyleLbl="fgAccFollowNode1" presStyleIdx="5" presStyleCnt="9">
        <dgm:presLayoutVars>
          <dgm:bulletEnabled val="1"/>
        </dgm:presLayoutVars>
      </dgm:prSet>
      <dgm:spPr/>
    </dgm:pt>
    <dgm:pt modelId="{9415FD69-7D3D-4BAF-A2A6-8D7F1461B597}" type="pres">
      <dgm:prSet presAssocID="{39A524CE-5703-4662-8CE6-C46E18168FB5}" presName="sp" presStyleCnt="0"/>
      <dgm:spPr/>
    </dgm:pt>
    <dgm:pt modelId="{552EA814-431D-4A19-9401-39E77443DE70}" type="pres">
      <dgm:prSet presAssocID="{500C980B-44F4-4E14-82E0-E44899D98B64}" presName="arrowAndChildren" presStyleCnt="0"/>
      <dgm:spPr/>
    </dgm:pt>
    <dgm:pt modelId="{219AF1E6-D64E-465F-96BA-49DC55C1CB6D}" type="pres">
      <dgm:prSet presAssocID="{500C980B-44F4-4E14-82E0-E44899D98B64}" presName="parentTextArrow" presStyleLbl="node1" presStyleIdx="1" presStyleCnt="3"/>
      <dgm:spPr/>
    </dgm:pt>
    <dgm:pt modelId="{84C3D93E-2673-43F2-8223-0ED71784B9EB}" type="pres">
      <dgm:prSet presAssocID="{500C980B-44F4-4E14-82E0-E44899D98B64}" presName="arrow" presStyleLbl="node1" presStyleIdx="2" presStyleCnt="3"/>
      <dgm:spPr/>
    </dgm:pt>
    <dgm:pt modelId="{BC1C3300-C5BE-4457-94CB-00809722E14B}" type="pres">
      <dgm:prSet presAssocID="{500C980B-44F4-4E14-82E0-E44899D98B64}" presName="descendantArrow" presStyleCnt="0"/>
      <dgm:spPr/>
    </dgm:pt>
    <dgm:pt modelId="{121F1B5D-5F23-436F-9082-D9C2C907A9C9}" type="pres">
      <dgm:prSet presAssocID="{2A79BE68-7216-4B28-BA1D-C50684FCE320}" presName="childTextArrow" presStyleLbl="fgAccFollowNode1" presStyleIdx="6" presStyleCnt="9">
        <dgm:presLayoutVars>
          <dgm:bulletEnabled val="1"/>
        </dgm:presLayoutVars>
      </dgm:prSet>
      <dgm:spPr/>
    </dgm:pt>
    <dgm:pt modelId="{2E8443D6-AB6C-4488-9C7A-EBC932ECABE7}" type="pres">
      <dgm:prSet presAssocID="{09B1D2D2-1C35-4B21-828C-62E68D1702DF}" presName="childTextArrow" presStyleLbl="fgAccFollowNode1" presStyleIdx="7" presStyleCnt="9">
        <dgm:presLayoutVars>
          <dgm:bulletEnabled val="1"/>
        </dgm:presLayoutVars>
      </dgm:prSet>
      <dgm:spPr/>
    </dgm:pt>
    <dgm:pt modelId="{171C4943-4145-4A28-8B9F-9DD11F0F189B}" type="pres">
      <dgm:prSet presAssocID="{1DD6216E-BF52-46C7-8987-238327830374}" presName="childTextArrow" presStyleLbl="fgAccFollowNode1" presStyleIdx="8" presStyleCnt="9">
        <dgm:presLayoutVars>
          <dgm:bulletEnabled val="1"/>
        </dgm:presLayoutVars>
      </dgm:prSet>
      <dgm:spPr/>
    </dgm:pt>
  </dgm:ptLst>
  <dgm:cxnLst>
    <dgm:cxn modelId="{99374E07-1FFD-4710-B1C1-13AD66305964}" srcId="{500C980B-44F4-4E14-82E0-E44899D98B64}" destId="{2A79BE68-7216-4B28-BA1D-C50684FCE320}" srcOrd="0" destOrd="0" parTransId="{7528633C-4987-4F62-B885-E6600C14A3E7}" sibTransId="{B25256CA-2199-4CE6-A7EC-283C1558CD2C}"/>
    <dgm:cxn modelId="{7DD9381D-58BD-4E0C-922F-CF4FFBCEA954}" srcId="{500C980B-44F4-4E14-82E0-E44899D98B64}" destId="{09B1D2D2-1C35-4B21-828C-62E68D1702DF}" srcOrd="1" destOrd="0" parTransId="{726FC1EB-F720-42E2-80B5-8DEAB0DBE5A6}" sibTransId="{A02B566E-DBA7-4C40-AEBA-A7DBD0E97E35}"/>
    <dgm:cxn modelId="{09C83424-24D0-40E9-AB5E-C9226D31E99D}" type="presOf" srcId="{A21A23E0-A615-48EA-A6DB-AD476BC86BE6}" destId="{3DBECBB6-9D9E-4075-8F8F-55DBEF7F05E8}" srcOrd="0" destOrd="0" presId="urn:microsoft.com/office/officeart/2005/8/layout/process4"/>
    <dgm:cxn modelId="{884FC12D-6456-411A-8CA6-4A42CB7AA4B6}" type="presOf" srcId="{DA86E7B6-03F1-4DE2-A1AB-1D3246B588F5}" destId="{6959959B-2BEF-48B7-AB36-EC5F04E36053}" srcOrd="0" destOrd="0" presId="urn:microsoft.com/office/officeart/2005/8/layout/process4"/>
    <dgm:cxn modelId="{DC49E536-E72A-4CA0-B2F9-E3F4DD9D7772}" srcId="{A53E8F9E-0658-4E6C-A465-AA7F91AF7197}" destId="{A4E616B4-AA7D-494F-9FF6-CF51B3325D26}" srcOrd="1" destOrd="0" parTransId="{57BA982B-BCF8-4782-8DB5-9EC490AB38C9}" sibTransId="{A0A57D32-8259-42B3-8CE8-5A173E1EF2A0}"/>
    <dgm:cxn modelId="{55BE7539-A2C0-4FB7-8C14-ADB0DA088F15}" type="presOf" srcId="{3E44CBAE-F560-440C-9772-17217996D8CF}" destId="{FA610BE1-EB87-484B-A97B-B1ABF2D99E2E}" srcOrd="0" destOrd="0" presId="urn:microsoft.com/office/officeart/2005/8/layout/process4"/>
    <dgm:cxn modelId="{9B8C4E5C-78AA-4C84-883D-DAFCE7199049}" srcId="{3E44CBAE-F560-440C-9772-17217996D8CF}" destId="{A53E8F9E-0658-4E6C-A465-AA7F91AF7197}" srcOrd="1" destOrd="0" parTransId="{F0E9E48E-BF1C-43BD-8D96-589B1B048825}" sibTransId="{037F9EB9-5E89-4F3F-9E26-B5C0D341AF84}"/>
    <dgm:cxn modelId="{E319536C-3FF5-4609-A023-6D5F34B89BB1}" srcId="{063DC86B-7E5C-44A3-BD16-8E9E3F9C106A}" destId="{02B63A65-D142-4DAB-B08D-0F6DCC321631}" srcOrd="0" destOrd="0" parTransId="{830783D4-02CE-409B-B5D2-F67380E2CD8A}" sibTransId="{1B890C32-375E-472C-B97C-1F0A73F96DFE}"/>
    <dgm:cxn modelId="{E4670E6E-682B-4209-BC6D-8223EB715D99}" type="presOf" srcId="{A53E8F9E-0658-4E6C-A465-AA7F91AF7197}" destId="{6C73386E-11ED-4B3A-8679-7167083940C1}" srcOrd="0" destOrd="0" presId="urn:microsoft.com/office/officeart/2005/8/layout/process4"/>
    <dgm:cxn modelId="{22A6236E-1EBF-4F1A-B9AD-14152C534CCB}" srcId="{3E44CBAE-F560-440C-9772-17217996D8CF}" destId="{063DC86B-7E5C-44A3-BD16-8E9E3F9C106A}" srcOrd="2" destOrd="0" parTransId="{1CD45304-1FEE-4ABD-984F-C4EAAF4F3E5D}" sibTransId="{1421E449-0B56-4297-8105-D23E67E36BB7}"/>
    <dgm:cxn modelId="{05E97250-E8ED-4F0D-9669-BFD96D480EDD}" srcId="{500C980B-44F4-4E14-82E0-E44899D98B64}" destId="{1DD6216E-BF52-46C7-8987-238327830374}" srcOrd="2" destOrd="0" parTransId="{3C6FEE56-30EA-457F-8FCB-0D42713ED2C8}" sibTransId="{A4776D9E-D6D9-45A4-85C9-478575CA1459}"/>
    <dgm:cxn modelId="{FB4B4475-EAEB-458D-BE03-519E2D2227FD}" type="presOf" srcId="{02B63A65-D142-4DAB-B08D-0F6DCC321631}" destId="{C06EEDF8-3F9C-4901-98C4-1509C4CF4D9A}" srcOrd="0" destOrd="0" presId="urn:microsoft.com/office/officeart/2005/8/layout/process4"/>
    <dgm:cxn modelId="{801BA37F-D27F-4D20-B55C-0BAB2A8D8BDA}" srcId="{063DC86B-7E5C-44A3-BD16-8E9E3F9C106A}" destId="{DAAB6CA7-39AA-46E3-B836-7B727CF5774C}" srcOrd="1" destOrd="0" parTransId="{FA4908A3-4482-42D0-AB43-283B0D072E14}" sibTransId="{EA4B78DD-C952-4BB0-8A47-4D5859F756A3}"/>
    <dgm:cxn modelId="{32447582-0EF5-4C04-8A25-7E2ED52420EA}" type="presOf" srcId="{063DC86B-7E5C-44A3-BD16-8E9E3F9C106A}" destId="{BBAEAD61-3D51-4D17-9704-918685312982}" srcOrd="0" destOrd="0" presId="urn:microsoft.com/office/officeart/2005/8/layout/process4"/>
    <dgm:cxn modelId="{A28CB284-28FB-42AC-871F-3616AAA632BF}" srcId="{063DC86B-7E5C-44A3-BD16-8E9E3F9C106A}" destId="{DA86E7B6-03F1-4DE2-A1AB-1D3246B588F5}" srcOrd="2" destOrd="0" parTransId="{444DF9DD-873D-48CC-9896-CBCF1AEA3ADB}" sibTransId="{DF4F4F53-3792-4851-ADC3-8BFFD5D029D4}"/>
    <dgm:cxn modelId="{55104289-E96F-4B4F-8D64-41F2318DDB0E}" type="presOf" srcId="{A4E616B4-AA7D-494F-9FF6-CF51B3325D26}" destId="{FA16532B-07EA-492E-98A1-DD347B5434C4}" srcOrd="0" destOrd="0" presId="urn:microsoft.com/office/officeart/2005/8/layout/process4"/>
    <dgm:cxn modelId="{050E3D9B-E502-48E2-AE1D-646D1FEE1EEA}" type="presOf" srcId="{A53E8F9E-0658-4E6C-A465-AA7F91AF7197}" destId="{48462870-6142-4604-820B-B2C513AA2258}" srcOrd="1" destOrd="0" presId="urn:microsoft.com/office/officeart/2005/8/layout/process4"/>
    <dgm:cxn modelId="{A281859B-F5F5-4B80-B31B-191CBA45D514}" type="presOf" srcId="{DAAB6CA7-39AA-46E3-B836-7B727CF5774C}" destId="{563B52A1-268D-431B-A69D-899A194B7568}" srcOrd="0" destOrd="0" presId="urn:microsoft.com/office/officeart/2005/8/layout/process4"/>
    <dgm:cxn modelId="{407C5F9D-2CBA-473D-9D2A-1CAC7D82264B}" type="presOf" srcId="{565AF0ED-A496-4406-87BB-C0D4C244A586}" destId="{C920FD06-8BD9-4623-BD8C-0A78F21ED4FF}" srcOrd="0" destOrd="0" presId="urn:microsoft.com/office/officeart/2005/8/layout/process4"/>
    <dgm:cxn modelId="{47F0D7AE-BBE0-4425-B5A9-71594EF43014}" srcId="{A53E8F9E-0658-4E6C-A465-AA7F91AF7197}" destId="{A21A23E0-A615-48EA-A6DB-AD476BC86BE6}" srcOrd="0" destOrd="0" parTransId="{06236CF1-F625-40FD-8F19-C607B334C2C7}" sibTransId="{2E0CB522-CA36-4B1B-8921-C6E3193B3B67}"/>
    <dgm:cxn modelId="{2C1EB3D1-60AB-4104-96BA-E3629FBA011E}" type="presOf" srcId="{500C980B-44F4-4E14-82E0-E44899D98B64}" destId="{84C3D93E-2673-43F2-8223-0ED71784B9EB}" srcOrd="1" destOrd="0" presId="urn:microsoft.com/office/officeart/2005/8/layout/process4"/>
    <dgm:cxn modelId="{52C1E3D1-63FC-4176-9D30-4905BC497588}" type="presOf" srcId="{1DD6216E-BF52-46C7-8987-238327830374}" destId="{171C4943-4145-4A28-8B9F-9DD11F0F189B}" srcOrd="0" destOrd="0" presId="urn:microsoft.com/office/officeart/2005/8/layout/process4"/>
    <dgm:cxn modelId="{58EF98E7-ECFD-43E8-9C36-D786358565D2}" srcId="{3E44CBAE-F560-440C-9772-17217996D8CF}" destId="{500C980B-44F4-4E14-82E0-E44899D98B64}" srcOrd="0" destOrd="0" parTransId="{9F85AD8A-1289-4C8F-AD6B-44118D13B6EB}" sibTransId="{39A524CE-5703-4662-8CE6-C46E18168FB5}"/>
    <dgm:cxn modelId="{994453EC-CA32-4CEF-B87B-2635BA01D170}" type="presOf" srcId="{063DC86B-7E5C-44A3-BD16-8E9E3F9C106A}" destId="{F17425B2-F9BC-4A1C-B394-7571CBAC09CB}" srcOrd="1" destOrd="0" presId="urn:microsoft.com/office/officeart/2005/8/layout/process4"/>
    <dgm:cxn modelId="{7758A2EF-BFF3-445E-B86D-6035AC038111}" type="presOf" srcId="{2A79BE68-7216-4B28-BA1D-C50684FCE320}" destId="{121F1B5D-5F23-436F-9082-D9C2C907A9C9}" srcOrd="0" destOrd="0" presId="urn:microsoft.com/office/officeart/2005/8/layout/process4"/>
    <dgm:cxn modelId="{CB335DF2-1A48-46F9-93EC-30489A4D333F}" srcId="{A53E8F9E-0658-4E6C-A465-AA7F91AF7197}" destId="{565AF0ED-A496-4406-87BB-C0D4C244A586}" srcOrd="2" destOrd="0" parTransId="{EFDCF485-6F96-4E9D-89FE-DC2314751EC5}" sibTransId="{0DCA50D5-71D8-42CA-B8C8-BDF162BF946D}"/>
    <dgm:cxn modelId="{803F04F7-C79F-4584-808F-BCBF15949562}" type="presOf" srcId="{500C980B-44F4-4E14-82E0-E44899D98B64}" destId="{219AF1E6-D64E-465F-96BA-49DC55C1CB6D}" srcOrd="0" destOrd="0" presId="urn:microsoft.com/office/officeart/2005/8/layout/process4"/>
    <dgm:cxn modelId="{7E776CFE-C007-4C4F-81F9-62E2FE74B377}" type="presOf" srcId="{09B1D2D2-1C35-4B21-828C-62E68D1702DF}" destId="{2E8443D6-AB6C-4488-9C7A-EBC932ECABE7}" srcOrd="0" destOrd="0" presId="urn:microsoft.com/office/officeart/2005/8/layout/process4"/>
    <dgm:cxn modelId="{52F0616C-9577-4058-BDFE-B680E5451D67}" type="presParOf" srcId="{FA610BE1-EB87-484B-A97B-B1ABF2D99E2E}" destId="{C279718A-41D1-4C36-BE6C-A441748AB147}" srcOrd="0" destOrd="0" presId="urn:microsoft.com/office/officeart/2005/8/layout/process4"/>
    <dgm:cxn modelId="{2D87E865-8A1C-4514-AF2C-50B7AB9EEC96}" type="presParOf" srcId="{C279718A-41D1-4C36-BE6C-A441748AB147}" destId="{BBAEAD61-3D51-4D17-9704-918685312982}" srcOrd="0" destOrd="0" presId="urn:microsoft.com/office/officeart/2005/8/layout/process4"/>
    <dgm:cxn modelId="{5C078A04-E6F4-4098-99AC-2B7291E37012}" type="presParOf" srcId="{C279718A-41D1-4C36-BE6C-A441748AB147}" destId="{F17425B2-F9BC-4A1C-B394-7571CBAC09CB}" srcOrd="1" destOrd="0" presId="urn:microsoft.com/office/officeart/2005/8/layout/process4"/>
    <dgm:cxn modelId="{C08EF552-2DB6-44EF-BA06-D6A42CFAD11C}" type="presParOf" srcId="{C279718A-41D1-4C36-BE6C-A441748AB147}" destId="{B5AA1C84-4AA6-4273-A99F-8F9F4F3755EF}" srcOrd="2" destOrd="0" presId="urn:microsoft.com/office/officeart/2005/8/layout/process4"/>
    <dgm:cxn modelId="{818D074B-78E5-4EBF-92F9-1E9095192612}" type="presParOf" srcId="{B5AA1C84-4AA6-4273-A99F-8F9F4F3755EF}" destId="{C06EEDF8-3F9C-4901-98C4-1509C4CF4D9A}" srcOrd="0" destOrd="0" presId="urn:microsoft.com/office/officeart/2005/8/layout/process4"/>
    <dgm:cxn modelId="{22A5190A-D3E7-4170-9C0E-856D6725FBDE}" type="presParOf" srcId="{B5AA1C84-4AA6-4273-A99F-8F9F4F3755EF}" destId="{563B52A1-268D-431B-A69D-899A194B7568}" srcOrd="1" destOrd="0" presId="urn:microsoft.com/office/officeart/2005/8/layout/process4"/>
    <dgm:cxn modelId="{DD871B9E-5E17-42F3-A41F-8F8C88CFE7DD}" type="presParOf" srcId="{B5AA1C84-4AA6-4273-A99F-8F9F4F3755EF}" destId="{6959959B-2BEF-48B7-AB36-EC5F04E36053}" srcOrd="2" destOrd="0" presId="urn:microsoft.com/office/officeart/2005/8/layout/process4"/>
    <dgm:cxn modelId="{359EC567-7EFB-4147-8828-123E76C79327}" type="presParOf" srcId="{FA610BE1-EB87-484B-A97B-B1ABF2D99E2E}" destId="{0B1A727D-54AF-44F8-9538-F43EA741E539}" srcOrd="1" destOrd="0" presId="urn:microsoft.com/office/officeart/2005/8/layout/process4"/>
    <dgm:cxn modelId="{0291A8B3-4CD0-4D4C-96C3-EDED4A872F85}" type="presParOf" srcId="{FA610BE1-EB87-484B-A97B-B1ABF2D99E2E}" destId="{5C2EA84D-1E97-4DD0-8DAB-3ED37D0024E1}" srcOrd="2" destOrd="0" presId="urn:microsoft.com/office/officeart/2005/8/layout/process4"/>
    <dgm:cxn modelId="{BDD826F2-0230-4993-AD61-4A257398134C}" type="presParOf" srcId="{5C2EA84D-1E97-4DD0-8DAB-3ED37D0024E1}" destId="{6C73386E-11ED-4B3A-8679-7167083940C1}" srcOrd="0" destOrd="0" presId="urn:microsoft.com/office/officeart/2005/8/layout/process4"/>
    <dgm:cxn modelId="{6EA60AFB-008C-4EB8-B05C-A5AD66B80250}" type="presParOf" srcId="{5C2EA84D-1E97-4DD0-8DAB-3ED37D0024E1}" destId="{48462870-6142-4604-820B-B2C513AA2258}" srcOrd="1" destOrd="0" presId="urn:microsoft.com/office/officeart/2005/8/layout/process4"/>
    <dgm:cxn modelId="{22F173B6-11C7-40FD-BD2B-59517D047E73}" type="presParOf" srcId="{5C2EA84D-1E97-4DD0-8DAB-3ED37D0024E1}" destId="{A9D6680C-22FD-40D8-A21E-6B8FEED8B6E9}" srcOrd="2" destOrd="0" presId="urn:microsoft.com/office/officeart/2005/8/layout/process4"/>
    <dgm:cxn modelId="{D6D19069-9E5B-4265-B354-EDCCE4FAA1D7}" type="presParOf" srcId="{A9D6680C-22FD-40D8-A21E-6B8FEED8B6E9}" destId="{3DBECBB6-9D9E-4075-8F8F-55DBEF7F05E8}" srcOrd="0" destOrd="0" presId="urn:microsoft.com/office/officeart/2005/8/layout/process4"/>
    <dgm:cxn modelId="{EF56246C-9177-4F89-BE77-706B328AB32E}" type="presParOf" srcId="{A9D6680C-22FD-40D8-A21E-6B8FEED8B6E9}" destId="{FA16532B-07EA-492E-98A1-DD347B5434C4}" srcOrd="1" destOrd="0" presId="urn:microsoft.com/office/officeart/2005/8/layout/process4"/>
    <dgm:cxn modelId="{296CB5B0-0D74-4681-81F4-86982B872284}" type="presParOf" srcId="{A9D6680C-22FD-40D8-A21E-6B8FEED8B6E9}" destId="{C920FD06-8BD9-4623-BD8C-0A78F21ED4FF}" srcOrd="2" destOrd="0" presId="urn:microsoft.com/office/officeart/2005/8/layout/process4"/>
    <dgm:cxn modelId="{87976296-8908-46D4-885B-AE0CF88A33D8}" type="presParOf" srcId="{FA610BE1-EB87-484B-A97B-B1ABF2D99E2E}" destId="{9415FD69-7D3D-4BAF-A2A6-8D7F1461B597}" srcOrd="3" destOrd="0" presId="urn:microsoft.com/office/officeart/2005/8/layout/process4"/>
    <dgm:cxn modelId="{7ACC0E07-6C4C-4974-9A2F-D10699556E0F}" type="presParOf" srcId="{FA610BE1-EB87-484B-A97B-B1ABF2D99E2E}" destId="{552EA814-431D-4A19-9401-39E77443DE70}" srcOrd="4" destOrd="0" presId="urn:microsoft.com/office/officeart/2005/8/layout/process4"/>
    <dgm:cxn modelId="{FAC5D47F-64CD-4B74-BE1A-C7E006E744A3}" type="presParOf" srcId="{552EA814-431D-4A19-9401-39E77443DE70}" destId="{219AF1E6-D64E-465F-96BA-49DC55C1CB6D}" srcOrd="0" destOrd="0" presId="urn:microsoft.com/office/officeart/2005/8/layout/process4"/>
    <dgm:cxn modelId="{FADA5682-6C7E-4D41-9A68-579741117925}" type="presParOf" srcId="{552EA814-431D-4A19-9401-39E77443DE70}" destId="{84C3D93E-2673-43F2-8223-0ED71784B9EB}" srcOrd="1" destOrd="0" presId="urn:microsoft.com/office/officeart/2005/8/layout/process4"/>
    <dgm:cxn modelId="{1CE41575-4F08-4636-BC2C-50E4D7AEF54C}" type="presParOf" srcId="{552EA814-431D-4A19-9401-39E77443DE70}" destId="{BC1C3300-C5BE-4457-94CB-00809722E14B}" srcOrd="2" destOrd="0" presId="urn:microsoft.com/office/officeart/2005/8/layout/process4"/>
    <dgm:cxn modelId="{46CF6D61-F524-41A7-87E2-D1E33ABD45BD}" type="presParOf" srcId="{BC1C3300-C5BE-4457-94CB-00809722E14B}" destId="{121F1B5D-5F23-436F-9082-D9C2C907A9C9}" srcOrd="0" destOrd="0" presId="urn:microsoft.com/office/officeart/2005/8/layout/process4"/>
    <dgm:cxn modelId="{5215041A-B945-49C5-80AC-E6AFC6C41555}" type="presParOf" srcId="{BC1C3300-C5BE-4457-94CB-00809722E14B}" destId="{2E8443D6-AB6C-4488-9C7A-EBC932ECABE7}" srcOrd="1" destOrd="0" presId="urn:microsoft.com/office/officeart/2005/8/layout/process4"/>
    <dgm:cxn modelId="{18D97DF3-EC26-4DBD-BA5D-373CE7F68CCB}" type="presParOf" srcId="{BC1C3300-C5BE-4457-94CB-00809722E14B}" destId="{171C4943-4145-4A28-8B9F-9DD11F0F189B}" srcOrd="2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6C9BA616-8E76-4946-8AB5-C2635B602A6E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6C56F0B9-FCB4-4999-9359-D6C31F74EB2D}">
      <dgm:prSet/>
      <dgm:spPr/>
      <dgm:t>
        <a:bodyPr/>
        <a:lstStyle/>
        <a:p>
          <a:r>
            <a:rPr lang="en-US" dirty="0"/>
            <a:t>The Learner Traces an Instruction from Fetch to Architectural State Change:</a:t>
          </a:r>
        </a:p>
      </dgm:t>
    </dgm:pt>
    <dgm:pt modelId="{83DC3784-ADF8-43EE-A8E1-D49D5B638D52}" type="parTrans" cxnId="{D8FE949B-79A9-43E5-ACEA-3897F94FA783}">
      <dgm:prSet/>
      <dgm:spPr/>
      <dgm:t>
        <a:bodyPr/>
        <a:lstStyle/>
        <a:p>
          <a:endParaRPr lang="en-US"/>
        </a:p>
      </dgm:t>
    </dgm:pt>
    <dgm:pt modelId="{2DD41FFF-8D2B-4AF6-A726-BB4E88CB1E04}" type="sibTrans" cxnId="{D8FE949B-79A9-43E5-ACEA-3897F94FA783}">
      <dgm:prSet/>
      <dgm:spPr/>
      <dgm:t>
        <a:bodyPr/>
        <a:lstStyle/>
        <a:p>
          <a:endParaRPr lang="en-US"/>
        </a:p>
      </dgm:t>
    </dgm:pt>
    <dgm:pt modelId="{C5D044D2-4786-435A-9C84-EAE7595DE0B9}">
      <dgm:prSet/>
      <dgm:spPr/>
      <dgm:t>
        <a:bodyPr/>
        <a:lstStyle/>
        <a:p>
          <a:pPr>
            <a:buFont typeface="+mj-lt"/>
            <a:buAutoNum type="arabicPeriod"/>
          </a:pPr>
          <a:r>
            <a:rPr lang="en-US" dirty="0"/>
            <a:t>Fetch and transfer the instruction.</a:t>
          </a:r>
        </a:p>
      </dgm:t>
    </dgm:pt>
    <dgm:pt modelId="{ED4F0E9C-FF53-4718-92C8-AF70578DD3FB}" type="parTrans" cxnId="{0980BE7A-09EF-45B6-8F9F-6C22B3CC0888}">
      <dgm:prSet/>
      <dgm:spPr/>
      <dgm:t>
        <a:bodyPr/>
        <a:lstStyle/>
        <a:p>
          <a:endParaRPr lang="en-US"/>
        </a:p>
      </dgm:t>
    </dgm:pt>
    <dgm:pt modelId="{194A4A08-5942-4E05-883B-601E9A24EEAA}" type="sibTrans" cxnId="{0980BE7A-09EF-45B6-8F9F-6C22B3CC0888}">
      <dgm:prSet/>
      <dgm:spPr/>
      <dgm:t>
        <a:bodyPr/>
        <a:lstStyle/>
        <a:p>
          <a:endParaRPr lang="en-US"/>
        </a:p>
      </dgm:t>
    </dgm:pt>
    <dgm:pt modelId="{D4E89C59-3A2C-432F-99ED-8E528A720B15}">
      <dgm:prSet/>
      <dgm:spPr/>
      <dgm:t>
        <a:bodyPr/>
        <a:lstStyle/>
        <a:p>
          <a:pPr>
            <a:buFont typeface="+mj-lt"/>
            <a:buAutoNum type="arabicPeriod"/>
          </a:pPr>
          <a:r>
            <a:rPr lang="en-US" dirty="0"/>
            <a:t>Decode its fields and identify the required operands.</a:t>
          </a:r>
        </a:p>
      </dgm:t>
    </dgm:pt>
    <dgm:pt modelId="{BEE27037-E577-4813-BB81-1D4F0E38F64E}" type="parTrans" cxnId="{1E673DAA-4BCC-492F-8C22-A54D2627AFB4}">
      <dgm:prSet/>
      <dgm:spPr/>
      <dgm:t>
        <a:bodyPr/>
        <a:lstStyle/>
        <a:p>
          <a:endParaRPr lang="en-US"/>
        </a:p>
      </dgm:t>
    </dgm:pt>
    <dgm:pt modelId="{161AD52E-546A-4DB6-966C-A8CA39820A10}" type="sibTrans" cxnId="{1E673DAA-4BCC-492F-8C22-A54D2627AFB4}">
      <dgm:prSet/>
      <dgm:spPr/>
      <dgm:t>
        <a:bodyPr/>
        <a:lstStyle/>
        <a:p>
          <a:endParaRPr lang="en-US"/>
        </a:p>
      </dgm:t>
    </dgm:pt>
    <dgm:pt modelId="{71B53C69-B7B9-4481-8461-347FD3424BDC}">
      <dgm:prSet/>
      <dgm:spPr/>
      <dgm:t>
        <a:bodyPr/>
        <a:lstStyle/>
        <a:p>
          <a:pPr>
            <a:buFont typeface="+mj-lt"/>
            <a:buAutoNum type="arabicPeriod"/>
          </a:pPr>
          <a:r>
            <a:rPr lang="en-US" dirty="0"/>
            <a:t>Retrieve the correct register values and any required immediate.</a:t>
          </a:r>
        </a:p>
      </dgm:t>
    </dgm:pt>
    <dgm:pt modelId="{E5D5324B-AC53-4929-9726-E7674F80665C}" type="parTrans" cxnId="{B8EAC308-0196-4D8B-9510-6008FDE31F2D}">
      <dgm:prSet/>
      <dgm:spPr/>
      <dgm:t>
        <a:bodyPr/>
        <a:lstStyle/>
        <a:p>
          <a:endParaRPr lang="en-US"/>
        </a:p>
      </dgm:t>
    </dgm:pt>
    <dgm:pt modelId="{C4C98144-0AE6-4956-8219-2C7DBFEB3D09}" type="sibTrans" cxnId="{B8EAC308-0196-4D8B-9510-6008FDE31F2D}">
      <dgm:prSet/>
      <dgm:spPr/>
      <dgm:t>
        <a:bodyPr/>
        <a:lstStyle/>
        <a:p>
          <a:endParaRPr lang="en-US"/>
        </a:p>
      </dgm:t>
    </dgm:pt>
    <dgm:pt modelId="{0C51D6B7-2750-4D82-A8E8-5CE2D8513B30}">
      <dgm:prSet/>
      <dgm:spPr/>
      <dgm:t>
        <a:bodyPr/>
        <a:lstStyle/>
        <a:p>
          <a:pPr>
            <a:buFont typeface="+mj-lt"/>
            <a:buAutoNum type="arabicPeriod"/>
          </a:pPr>
          <a:r>
            <a:rPr lang="en-US"/>
            <a:t>Make the relevant control-facing decisions during execution.</a:t>
          </a:r>
        </a:p>
      </dgm:t>
    </dgm:pt>
    <dgm:pt modelId="{69772DFA-2CDE-4F9C-A8F5-98F17E626B0A}" type="parTrans" cxnId="{DDA87E9B-CEE8-4A97-9BDD-8724E1F78342}">
      <dgm:prSet/>
      <dgm:spPr/>
      <dgm:t>
        <a:bodyPr/>
        <a:lstStyle/>
        <a:p>
          <a:endParaRPr lang="en-US"/>
        </a:p>
      </dgm:t>
    </dgm:pt>
    <dgm:pt modelId="{BA8B067D-2E4B-4A4D-9301-D07994610FF1}" type="sibTrans" cxnId="{DDA87E9B-CEE8-4A97-9BDD-8724E1F78342}">
      <dgm:prSet/>
      <dgm:spPr/>
      <dgm:t>
        <a:bodyPr/>
        <a:lstStyle/>
        <a:p>
          <a:endParaRPr lang="en-US"/>
        </a:p>
      </dgm:t>
    </dgm:pt>
    <dgm:pt modelId="{39301538-46DB-4227-9A8D-D663D8125E0F}">
      <dgm:prSet/>
      <dgm:spPr/>
      <dgm:t>
        <a:bodyPr/>
        <a:lstStyle/>
        <a:p>
          <a:pPr>
            <a:buFont typeface="+mj-lt"/>
            <a:buAutoNum type="arabicPeriod"/>
          </a:pPr>
          <a:r>
            <a:rPr lang="en-US" dirty="0"/>
            <a:t>Complete memory access or write-back as required by the instruction.</a:t>
          </a:r>
        </a:p>
      </dgm:t>
    </dgm:pt>
    <dgm:pt modelId="{DAF8AE77-26E6-4EE9-93A1-F4A754853521}" type="parTrans" cxnId="{68A5F1C7-585F-4415-AEA6-90E7984705FF}">
      <dgm:prSet/>
      <dgm:spPr/>
      <dgm:t>
        <a:bodyPr/>
        <a:lstStyle/>
        <a:p>
          <a:endParaRPr lang="en-US"/>
        </a:p>
      </dgm:t>
    </dgm:pt>
    <dgm:pt modelId="{8D96CA23-F9AB-4E05-9BCA-32FA24177514}" type="sibTrans" cxnId="{68A5F1C7-585F-4415-AEA6-90E7984705FF}">
      <dgm:prSet/>
      <dgm:spPr/>
      <dgm:t>
        <a:bodyPr/>
        <a:lstStyle/>
        <a:p>
          <a:endParaRPr lang="en-US"/>
        </a:p>
      </dgm:t>
    </dgm:pt>
    <dgm:pt modelId="{309B66EF-B7B5-44E0-BA48-F6380CF19816}">
      <dgm:prSet/>
      <dgm:spPr/>
      <dgm:t>
        <a:bodyPr/>
        <a:lstStyle/>
        <a:p>
          <a:pPr>
            <a:buFont typeface="+mj-lt"/>
            <a:buAutoNum type="arabicPeriod"/>
          </a:pPr>
          <a:r>
            <a:rPr lang="en-US" dirty="0"/>
            <a:t>Confirm the resulting register, memory, and PC changes.</a:t>
          </a:r>
        </a:p>
      </dgm:t>
    </dgm:pt>
    <dgm:pt modelId="{183532DF-04B4-4205-A45C-011F886E2181}" type="parTrans" cxnId="{7E836694-473A-47FE-ADFF-7D2AFF8B0F0F}">
      <dgm:prSet/>
      <dgm:spPr/>
      <dgm:t>
        <a:bodyPr/>
        <a:lstStyle/>
        <a:p>
          <a:endParaRPr lang="en-US"/>
        </a:p>
      </dgm:t>
    </dgm:pt>
    <dgm:pt modelId="{BB58A856-CFCA-4B41-9F9C-E5550F0521E2}" type="sibTrans" cxnId="{7E836694-473A-47FE-ADFF-7D2AFF8B0F0F}">
      <dgm:prSet/>
      <dgm:spPr/>
      <dgm:t>
        <a:bodyPr/>
        <a:lstStyle/>
        <a:p>
          <a:endParaRPr lang="en-US"/>
        </a:p>
      </dgm:t>
    </dgm:pt>
    <dgm:pt modelId="{434A70A4-AF38-46F9-A511-207E211D89FB}" type="pres">
      <dgm:prSet presAssocID="{6C9BA616-8E76-4946-8AB5-C2635B602A6E}" presName="Name0" presStyleCnt="0">
        <dgm:presLayoutVars>
          <dgm:dir/>
          <dgm:animLvl val="lvl"/>
          <dgm:resizeHandles val="exact"/>
        </dgm:presLayoutVars>
      </dgm:prSet>
      <dgm:spPr/>
    </dgm:pt>
    <dgm:pt modelId="{A7B34FFB-FE92-4264-84DB-68F5AC8C36FF}" type="pres">
      <dgm:prSet presAssocID="{6C56F0B9-FCB4-4999-9359-D6C31F74EB2D}" presName="composite" presStyleCnt="0"/>
      <dgm:spPr/>
    </dgm:pt>
    <dgm:pt modelId="{30389039-0FEB-4A80-9960-F9A28B84658F}" type="pres">
      <dgm:prSet presAssocID="{6C56F0B9-FCB4-4999-9359-D6C31F74EB2D}" presName="parTx" presStyleLbl="alignNode1" presStyleIdx="0" presStyleCnt="1">
        <dgm:presLayoutVars>
          <dgm:chMax val="0"/>
          <dgm:chPref val="0"/>
          <dgm:bulletEnabled val="1"/>
        </dgm:presLayoutVars>
      </dgm:prSet>
      <dgm:spPr/>
    </dgm:pt>
    <dgm:pt modelId="{3C0C963F-8853-4F0D-87AE-5D020787FB90}" type="pres">
      <dgm:prSet presAssocID="{6C56F0B9-FCB4-4999-9359-D6C31F74EB2D}" presName="desTx" presStyleLbl="alignAccFollowNode1" presStyleIdx="0" presStyleCnt="1">
        <dgm:presLayoutVars>
          <dgm:bulletEnabled val="1"/>
        </dgm:presLayoutVars>
      </dgm:prSet>
      <dgm:spPr/>
    </dgm:pt>
  </dgm:ptLst>
  <dgm:cxnLst>
    <dgm:cxn modelId="{05028603-4551-43FC-89DE-08E17C279B24}" type="presOf" srcId="{39301538-46DB-4227-9A8D-D663D8125E0F}" destId="{3C0C963F-8853-4F0D-87AE-5D020787FB90}" srcOrd="0" destOrd="4" presId="urn:microsoft.com/office/officeart/2005/8/layout/hList1"/>
    <dgm:cxn modelId="{B8EAC308-0196-4D8B-9510-6008FDE31F2D}" srcId="{6C56F0B9-FCB4-4999-9359-D6C31F74EB2D}" destId="{71B53C69-B7B9-4481-8461-347FD3424BDC}" srcOrd="2" destOrd="0" parTransId="{E5D5324B-AC53-4929-9726-E7674F80665C}" sibTransId="{C4C98144-0AE6-4956-8219-2C7DBFEB3D09}"/>
    <dgm:cxn modelId="{6A48D90C-38D2-45BE-A17A-B774F046E1C1}" type="presOf" srcId="{D4E89C59-3A2C-432F-99ED-8E528A720B15}" destId="{3C0C963F-8853-4F0D-87AE-5D020787FB90}" srcOrd="0" destOrd="1" presId="urn:microsoft.com/office/officeart/2005/8/layout/hList1"/>
    <dgm:cxn modelId="{C10A0216-7CE4-48EC-83E5-A26A9C605945}" type="presOf" srcId="{0C51D6B7-2750-4D82-A8E8-5CE2D8513B30}" destId="{3C0C963F-8853-4F0D-87AE-5D020787FB90}" srcOrd="0" destOrd="3" presId="urn:microsoft.com/office/officeart/2005/8/layout/hList1"/>
    <dgm:cxn modelId="{C25B3C2A-DB5D-463F-88D0-90D0C8C0F130}" type="presOf" srcId="{309B66EF-B7B5-44E0-BA48-F6380CF19816}" destId="{3C0C963F-8853-4F0D-87AE-5D020787FB90}" srcOrd="0" destOrd="5" presId="urn:microsoft.com/office/officeart/2005/8/layout/hList1"/>
    <dgm:cxn modelId="{9B512A4C-854E-40E9-A90B-1B613BAF45DE}" type="presOf" srcId="{C5D044D2-4786-435A-9C84-EAE7595DE0B9}" destId="{3C0C963F-8853-4F0D-87AE-5D020787FB90}" srcOrd="0" destOrd="0" presId="urn:microsoft.com/office/officeart/2005/8/layout/hList1"/>
    <dgm:cxn modelId="{0980BE7A-09EF-45B6-8F9F-6C22B3CC0888}" srcId="{6C56F0B9-FCB4-4999-9359-D6C31F74EB2D}" destId="{C5D044D2-4786-435A-9C84-EAE7595DE0B9}" srcOrd="0" destOrd="0" parTransId="{ED4F0E9C-FF53-4718-92C8-AF70578DD3FB}" sibTransId="{194A4A08-5942-4E05-883B-601E9A24EEAA}"/>
    <dgm:cxn modelId="{8C0FE092-E172-4E6E-9671-D47A1FD25F17}" type="presOf" srcId="{6C56F0B9-FCB4-4999-9359-D6C31F74EB2D}" destId="{30389039-0FEB-4A80-9960-F9A28B84658F}" srcOrd="0" destOrd="0" presId="urn:microsoft.com/office/officeart/2005/8/layout/hList1"/>
    <dgm:cxn modelId="{7E836694-473A-47FE-ADFF-7D2AFF8B0F0F}" srcId="{6C56F0B9-FCB4-4999-9359-D6C31F74EB2D}" destId="{309B66EF-B7B5-44E0-BA48-F6380CF19816}" srcOrd="5" destOrd="0" parTransId="{183532DF-04B4-4205-A45C-011F886E2181}" sibTransId="{BB58A856-CFCA-4B41-9F9C-E5550F0521E2}"/>
    <dgm:cxn modelId="{DDA87E9B-CEE8-4A97-9BDD-8724E1F78342}" srcId="{6C56F0B9-FCB4-4999-9359-D6C31F74EB2D}" destId="{0C51D6B7-2750-4D82-A8E8-5CE2D8513B30}" srcOrd="3" destOrd="0" parTransId="{69772DFA-2CDE-4F9C-A8F5-98F17E626B0A}" sibTransId="{BA8B067D-2E4B-4A4D-9301-D07994610FF1}"/>
    <dgm:cxn modelId="{D8FE949B-79A9-43E5-ACEA-3897F94FA783}" srcId="{6C9BA616-8E76-4946-8AB5-C2635B602A6E}" destId="{6C56F0B9-FCB4-4999-9359-D6C31F74EB2D}" srcOrd="0" destOrd="0" parTransId="{83DC3784-ADF8-43EE-A8E1-D49D5B638D52}" sibTransId="{2DD41FFF-8D2B-4AF6-A726-BB4E88CB1E04}"/>
    <dgm:cxn modelId="{1E673DAA-4BCC-492F-8C22-A54D2627AFB4}" srcId="{6C56F0B9-FCB4-4999-9359-D6C31F74EB2D}" destId="{D4E89C59-3A2C-432F-99ED-8E528A720B15}" srcOrd="1" destOrd="0" parTransId="{BEE27037-E577-4813-BB81-1D4F0E38F64E}" sibTransId="{161AD52E-546A-4DB6-966C-A8CA39820A10}"/>
    <dgm:cxn modelId="{C21CF7AB-266F-4708-BE10-0ADDE7C237FB}" type="presOf" srcId="{71B53C69-B7B9-4481-8461-347FD3424BDC}" destId="{3C0C963F-8853-4F0D-87AE-5D020787FB90}" srcOrd="0" destOrd="2" presId="urn:microsoft.com/office/officeart/2005/8/layout/hList1"/>
    <dgm:cxn modelId="{F331D1C5-2204-4DB3-AF23-93B948743DA2}" type="presOf" srcId="{6C9BA616-8E76-4946-8AB5-C2635B602A6E}" destId="{434A70A4-AF38-46F9-A511-207E211D89FB}" srcOrd="0" destOrd="0" presId="urn:microsoft.com/office/officeart/2005/8/layout/hList1"/>
    <dgm:cxn modelId="{68A5F1C7-585F-4415-AEA6-90E7984705FF}" srcId="{6C56F0B9-FCB4-4999-9359-D6C31F74EB2D}" destId="{39301538-46DB-4227-9A8D-D663D8125E0F}" srcOrd="4" destOrd="0" parTransId="{DAF8AE77-26E6-4EE9-93A1-F4A754853521}" sibTransId="{8D96CA23-F9AB-4E05-9BCA-32FA24177514}"/>
    <dgm:cxn modelId="{6E4E9331-9F45-42BA-9F2A-716BA7AD9094}" type="presParOf" srcId="{434A70A4-AF38-46F9-A511-207E211D89FB}" destId="{A7B34FFB-FE92-4264-84DB-68F5AC8C36FF}" srcOrd="0" destOrd="0" presId="urn:microsoft.com/office/officeart/2005/8/layout/hList1"/>
    <dgm:cxn modelId="{950DEA4D-D230-4F5E-A437-8815E6E2E77D}" type="presParOf" srcId="{A7B34FFB-FE92-4264-84DB-68F5AC8C36FF}" destId="{30389039-0FEB-4A80-9960-F9A28B84658F}" srcOrd="0" destOrd="0" presId="urn:microsoft.com/office/officeart/2005/8/layout/hList1"/>
    <dgm:cxn modelId="{B84EC244-0397-478F-A14D-38A7771D92C5}" type="presParOf" srcId="{A7B34FFB-FE92-4264-84DB-68F5AC8C36FF}" destId="{3C0C963F-8853-4F0D-87AE-5D020787FB90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8282AF18-DF2E-4BC6-BA60-B0696B107FFB}" type="doc">
      <dgm:prSet loTypeId="urn:microsoft.com/office/officeart/2005/8/layout/vProcess5" loCatId="process" qsTypeId="urn:microsoft.com/office/officeart/2005/8/quickstyle/simple4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22C9B38C-CD12-4B34-803B-12A3019B936F}">
      <dgm:prSet/>
      <dgm:spPr/>
      <dgm:t>
        <a:bodyPr/>
        <a:lstStyle/>
        <a:p>
          <a:r>
            <a:rPr lang="en-US" b="1" dirty="0"/>
            <a:t>Consent + Screening: </a:t>
          </a:r>
          <a:r>
            <a:rPr lang="en-US" dirty="0"/>
            <a:t>Information Leaflet, Consent Form, Background Questions</a:t>
          </a:r>
        </a:p>
      </dgm:t>
    </dgm:pt>
    <dgm:pt modelId="{7BE104FF-1391-4E2C-8BD7-802071809B69}" type="parTrans" cxnId="{47F3428B-66B7-4E3F-AEC4-116B270A0EF7}">
      <dgm:prSet/>
      <dgm:spPr/>
      <dgm:t>
        <a:bodyPr/>
        <a:lstStyle/>
        <a:p>
          <a:endParaRPr lang="en-US"/>
        </a:p>
      </dgm:t>
    </dgm:pt>
    <dgm:pt modelId="{260DCD11-03BD-4BCE-9513-F9F8714AEC57}" type="sibTrans" cxnId="{47F3428B-66B7-4E3F-AEC4-116B270A0EF7}">
      <dgm:prSet/>
      <dgm:spPr/>
      <dgm:t>
        <a:bodyPr/>
        <a:lstStyle/>
        <a:p>
          <a:endParaRPr lang="en-US"/>
        </a:p>
      </dgm:t>
    </dgm:pt>
    <dgm:pt modelId="{19EF892F-BAFA-434D-A439-523095CA0F13}">
      <dgm:prSet/>
      <dgm:spPr/>
      <dgm:t>
        <a:bodyPr/>
        <a:lstStyle/>
        <a:p>
          <a:r>
            <a:rPr lang="en-US" b="1" dirty="0"/>
            <a:t>Tailored Briefing: </a:t>
          </a:r>
          <a:r>
            <a:rPr lang="en-US" dirty="0"/>
            <a:t>Refresher on assembly, instruction flow, and </a:t>
          </a:r>
          <a:r>
            <a:rPr lang="en-US" dirty="0" err="1"/>
            <a:t>datapath</a:t>
          </a:r>
          <a:r>
            <a:rPr lang="en-US" dirty="0"/>
            <a:t> stages</a:t>
          </a:r>
        </a:p>
      </dgm:t>
    </dgm:pt>
    <dgm:pt modelId="{3241E834-6D28-479D-8BA9-2EA5808307CF}" type="parTrans" cxnId="{86943A3B-2A9C-4EEB-84A1-E3CED263A314}">
      <dgm:prSet/>
      <dgm:spPr/>
      <dgm:t>
        <a:bodyPr/>
        <a:lstStyle/>
        <a:p>
          <a:endParaRPr lang="en-US"/>
        </a:p>
      </dgm:t>
    </dgm:pt>
    <dgm:pt modelId="{B1CD1DAA-784C-4982-BDE4-6A3F4A2AC926}" type="sibTrans" cxnId="{86943A3B-2A9C-4EEB-84A1-E3CED263A314}">
      <dgm:prSet/>
      <dgm:spPr/>
      <dgm:t>
        <a:bodyPr/>
        <a:lstStyle/>
        <a:p>
          <a:endParaRPr lang="en-US"/>
        </a:p>
      </dgm:t>
    </dgm:pt>
    <dgm:pt modelId="{B8CC3A14-F275-492B-B963-DA1919000625}">
      <dgm:prSet/>
      <dgm:spPr/>
      <dgm:t>
        <a:bodyPr/>
        <a:lstStyle/>
        <a:p>
          <a:r>
            <a:rPr lang="en-US" b="1" dirty="0"/>
            <a:t>VR Session: </a:t>
          </a:r>
          <a:r>
            <a:rPr lang="en-US" dirty="0"/>
            <a:t>Complete selected Learning and Practice instructions</a:t>
          </a:r>
        </a:p>
      </dgm:t>
    </dgm:pt>
    <dgm:pt modelId="{E68B36F0-8162-416A-A760-4BEE5AC7F4D3}" type="parTrans" cxnId="{0095C76F-6F96-4E46-A861-BA1BFA548271}">
      <dgm:prSet/>
      <dgm:spPr/>
      <dgm:t>
        <a:bodyPr/>
        <a:lstStyle/>
        <a:p>
          <a:endParaRPr lang="en-US"/>
        </a:p>
      </dgm:t>
    </dgm:pt>
    <dgm:pt modelId="{2E3732CE-35A3-4C5A-8322-C8B91E1D1890}" type="sibTrans" cxnId="{0095C76F-6F96-4E46-A861-BA1BFA548271}">
      <dgm:prSet/>
      <dgm:spPr/>
      <dgm:t>
        <a:bodyPr/>
        <a:lstStyle/>
        <a:p>
          <a:endParaRPr lang="en-US"/>
        </a:p>
      </dgm:t>
    </dgm:pt>
    <dgm:pt modelId="{0210237D-F286-4630-B518-065395CADC4A}">
      <dgm:prSet/>
      <dgm:spPr/>
      <dgm:t>
        <a:bodyPr/>
        <a:lstStyle/>
        <a:p>
          <a:r>
            <a:rPr lang="en-US" b="1" dirty="0"/>
            <a:t>Post-session Evaluation: </a:t>
          </a:r>
          <a:r>
            <a:rPr lang="en-US" dirty="0"/>
            <a:t>System Experience ratings, Knowledge Check, and open-ended feedback responses</a:t>
          </a:r>
        </a:p>
      </dgm:t>
    </dgm:pt>
    <dgm:pt modelId="{F2F1006D-14A2-4FD4-8F67-0E6DFFFC1F74}" type="parTrans" cxnId="{FA10FCDE-4BE2-461C-8FAC-0580B6225733}">
      <dgm:prSet/>
      <dgm:spPr/>
      <dgm:t>
        <a:bodyPr/>
        <a:lstStyle/>
        <a:p>
          <a:endParaRPr lang="en-US"/>
        </a:p>
      </dgm:t>
    </dgm:pt>
    <dgm:pt modelId="{FABF025D-4EA4-427F-8389-3C276B7F8FBD}" type="sibTrans" cxnId="{FA10FCDE-4BE2-461C-8FAC-0580B6225733}">
      <dgm:prSet/>
      <dgm:spPr/>
      <dgm:t>
        <a:bodyPr/>
        <a:lstStyle/>
        <a:p>
          <a:endParaRPr lang="en-US"/>
        </a:p>
      </dgm:t>
    </dgm:pt>
    <dgm:pt modelId="{3953D000-69DC-4C0A-BE09-3E1C08BB1ED3}" type="pres">
      <dgm:prSet presAssocID="{8282AF18-DF2E-4BC6-BA60-B0696B107FFB}" presName="outerComposite" presStyleCnt="0">
        <dgm:presLayoutVars>
          <dgm:chMax val="5"/>
          <dgm:dir/>
          <dgm:resizeHandles val="exact"/>
        </dgm:presLayoutVars>
      </dgm:prSet>
      <dgm:spPr/>
    </dgm:pt>
    <dgm:pt modelId="{C58A8C61-601B-4484-A579-D74C44E8A5AB}" type="pres">
      <dgm:prSet presAssocID="{8282AF18-DF2E-4BC6-BA60-B0696B107FFB}" presName="dummyMaxCanvas" presStyleCnt="0">
        <dgm:presLayoutVars/>
      </dgm:prSet>
      <dgm:spPr/>
    </dgm:pt>
    <dgm:pt modelId="{25425E6D-B47D-43AF-A520-47121370DE5C}" type="pres">
      <dgm:prSet presAssocID="{8282AF18-DF2E-4BC6-BA60-B0696B107FFB}" presName="FourNodes_1" presStyleLbl="node1" presStyleIdx="0" presStyleCnt="4">
        <dgm:presLayoutVars>
          <dgm:bulletEnabled val="1"/>
        </dgm:presLayoutVars>
      </dgm:prSet>
      <dgm:spPr/>
    </dgm:pt>
    <dgm:pt modelId="{8DC8B9C4-47E3-44CC-97C5-4275BFACBB4E}" type="pres">
      <dgm:prSet presAssocID="{8282AF18-DF2E-4BC6-BA60-B0696B107FFB}" presName="FourNodes_2" presStyleLbl="node1" presStyleIdx="1" presStyleCnt="4">
        <dgm:presLayoutVars>
          <dgm:bulletEnabled val="1"/>
        </dgm:presLayoutVars>
      </dgm:prSet>
      <dgm:spPr/>
    </dgm:pt>
    <dgm:pt modelId="{431766F8-CCBA-4DF6-9582-A6844A097DB6}" type="pres">
      <dgm:prSet presAssocID="{8282AF18-DF2E-4BC6-BA60-B0696B107FFB}" presName="FourNodes_3" presStyleLbl="node1" presStyleIdx="2" presStyleCnt="4">
        <dgm:presLayoutVars>
          <dgm:bulletEnabled val="1"/>
        </dgm:presLayoutVars>
      </dgm:prSet>
      <dgm:spPr/>
    </dgm:pt>
    <dgm:pt modelId="{A1988539-56C2-4485-B83E-5BFC155B48BB}" type="pres">
      <dgm:prSet presAssocID="{8282AF18-DF2E-4BC6-BA60-B0696B107FFB}" presName="FourNodes_4" presStyleLbl="node1" presStyleIdx="3" presStyleCnt="4">
        <dgm:presLayoutVars>
          <dgm:bulletEnabled val="1"/>
        </dgm:presLayoutVars>
      </dgm:prSet>
      <dgm:spPr/>
    </dgm:pt>
    <dgm:pt modelId="{B22244E4-A503-41CA-88D4-A01CA5A708BD}" type="pres">
      <dgm:prSet presAssocID="{8282AF18-DF2E-4BC6-BA60-B0696B107FFB}" presName="FourConn_1-2" presStyleLbl="fgAccFollowNode1" presStyleIdx="0" presStyleCnt="3">
        <dgm:presLayoutVars>
          <dgm:bulletEnabled val="1"/>
        </dgm:presLayoutVars>
      </dgm:prSet>
      <dgm:spPr/>
    </dgm:pt>
    <dgm:pt modelId="{F84E7110-2439-4E39-A9FA-C6864AE8AE9C}" type="pres">
      <dgm:prSet presAssocID="{8282AF18-DF2E-4BC6-BA60-B0696B107FFB}" presName="FourConn_2-3" presStyleLbl="fgAccFollowNode1" presStyleIdx="1" presStyleCnt="3">
        <dgm:presLayoutVars>
          <dgm:bulletEnabled val="1"/>
        </dgm:presLayoutVars>
      </dgm:prSet>
      <dgm:spPr/>
    </dgm:pt>
    <dgm:pt modelId="{2C6893AF-E5A7-4859-9431-264707FC9925}" type="pres">
      <dgm:prSet presAssocID="{8282AF18-DF2E-4BC6-BA60-B0696B107FFB}" presName="FourConn_3-4" presStyleLbl="fgAccFollowNode1" presStyleIdx="2" presStyleCnt="3">
        <dgm:presLayoutVars>
          <dgm:bulletEnabled val="1"/>
        </dgm:presLayoutVars>
      </dgm:prSet>
      <dgm:spPr/>
    </dgm:pt>
    <dgm:pt modelId="{D84FE32E-701C-4174-8E1E-01E86991F50E}" type="pres">
      <dgm:prSet presAssocID="{8282AF18-DF2E-4BC6-BA60-B0696B107FFB}" presName="FourNodes_1_text" presStyleLbl="node1" presStyleIdx="3" presStyleCnt="4">
        <dgm:presLayoutVars>
          <dgm:bulletEnabled val="1"/>
        </dgm:presLayoutVars>
      </dgm:prSet>
      <dgm:spPr/>
    </dgm:pt>
    <dgm:pt modelId="{9833E826-C076-429E-BF5E-C60F98CCCE43}" type="pres">
      <dgm:prSet presAssocID="{8282AF18-DF2E-4BC6-BA60-B0696B107FFB}" presName="FourNodes_2_text" presStyleLbl="node1" presStyleIdx="3" presStyleCnt="4">
        <dgm:presLayoutVars>
          <dgm:bulletEnabled val="1"/>
        </dgm:presLayoutVars>
      </dgm:prSet>
      <dgm:spPr/>
    </dgm:pt>
    <dgm:pt modelId="{861DB388-8703-40EF-987F-B6C8B4741F2C}" type="pres">
      <dgm:prSet presAssocID="{8282AF18-DF2E-4BC6-BA60-B0696B107FFB}" presName="FourNodes_3_text" presStyleLbl="node1" presStyleIdx="3" presStyleCnt="4">
        <dgm:presLayoutVars>
          <dgm:bulletEnabled val="1"/>
        </dgm:presLayoutVars>
      </dgm:prSet>
      <dgm:spPr/>
    </dgm:pt>
    <dgm:pt modelId="{FC9EA64E-CC85-4445-8576-AD4E8CA40508}" type="pres">
      <dgm:prSet presAssocID="{8282AF18-DF2E-4BC6-BA60-B0696B107FFB}" presName="FourNodes_4_text" presStyleLbl="node1" presStyleIdx="3" presStyleCnt="4">
        <dgm:presLayoutVars>
          <dgm:bulletEnabled val="1"/>
        </dgm:presLayoutVars>
      </dgm:prSet>
      <dgm:spPr/>
    </dgm:pt>
  </dgm:ptLst>
  <dgm:cxnLst>
    <dgm:cxn modelId="{4239F918-0D66-4339-BB84-1654E6DF622D}" type="presOf" srcId="{22C9B38C-CD12-4B34-803B-12A3019B936F}" destId="{D84FE32E-701C-4174-8E1E-01E86991F50E}" srcOrd="1" destOrd="0" presId="urn:microsoft.com/office/officeart/2005/8/layout/vProcess5"/>
    <dgm:cxn modelId="{7268D02E-D2BA-474F-9E84-6E6B03B0B452}" type="presOf" srcId="{19EF892F-BAFA-434D-A439-523095CA0F13}" destId="{8DC8B9C4-47E3-44CC-97C5-4275BFACBB4E}" srcOrd="0" destOrd="0" presId="urn:microsoft.com/office/officeart/2005/8/layout/vProcess5"/>
    <dgm:cxn modelId="{86943A3B-2A9C-4EEB-84A1-E3CED263A314}" srcId="{8282AF18-DF2E-4BC6-BA60-B0696B107FFB}" destId="{19EF892F-BAFA-434D-A439-523095CA0F13}" srcOrd="1" destOrd="0" parTransId="{3241E834-6D28-479D-8BA9-2EA5808307CF}" sibTransId="{B1CD1DAA-784C-4982-BDE4-6A3F4A2AC926}"/>
    <dgm:cxn modelId="{CAEAE240-6BE2-42E5-AB5E-3C8CC3B7CD28}" type="presOf" srcId="{0210237D-F286-4630-B518-065395CADC4A}" destId="{A1988539-56C2-4485-B83E-5BFC155B48BB}" srcOrd="0" destOrd="0" presId="urn:microsoft.com/office/officeart/2005/8/layout/vProcess5"/>
    <dgm:cxn modelId="{1C3DD368-50AA-4A29-9735-784DE3F7EBA8}" type="presOf" srcId="{B1CD1DAA-784C-4982-BDE4-6A3F4A2AC926}" destId="{F84E7110-2439-4E39-A9FA-C6864AE8AE9C}" srcOrd="0" destOrd="0" presId="urn:microsoft.com/office/officeart/2005/8/layout/vProcess5"/>
    <dgm:cxn modelId="{0095C76F-6F96-4E46-A861-BA1BFA548271}" srcId="{8282AF18-DF2E-4BC6-BA60-B0696B107FFB}" destId="{B8CC3A14-F275-492B-B963-DA1919000625}" srcOrd="2" destOrd="0" parTransId="{E68B36F0-8162-416A-A760-4BEE5AC7F4D3}" sibTransId="{2E3732CE-35A3-4C5A-8322-C8B91E1D1890}"/>
    <dgm:cxn modelId="{4DC46858-1DF8-477F-B30D-4577ECDA484A}" type="presOf" srcId="{22C9B38C-CD12-4B34-803B-12A3019B936F}" destId="{25425E6D-B47D-43AF-A520-47121370DE5C}" srcOrd="0" destOrd="0" presId="urn:microsoft.com/office/officeart/2005/8/layout/vProcess5"/>
    <dgm:cxn modelId="{4CFC3A85-09AD-4FA0-8218-103A8E0BE6F9}" type="presOf" srcId="{8282AF18-DF2E-4BC6-BA60-B0696B107FFB}" destId="{3953D000-69DC-4C0A-BE09-3E1C08BB1ED3}" srcOrd="0" destOrd="0" presId="urn:microsoft.com/office/officeart/2005/8/layout/vProcess5"/>
    <dgm:cxn modelId="{47F3428B-66B7-4E3F-AEC4-116B270A0EF7}" srcId="{8282AF18-DF2E-4BC6-BA60-B0696B107FFB}" destId="{22C9B38C-CD12-4B34-803B-12A3019B936F}" srcOrd="0" destOrd="0" parTransId="{7BE104FF-1391-4E2C-8BD7-802071809B69}" sibTransId="{260DCD11-03BD-4BCE-9513-F9F8714AEC57}"/>
    <dgm:cxn modelId="{D352FE9B-6DD4-4E6D-A45C-9ED108DDE046}" type="presOf" srcId="{B8CC3A14-F275-492B-B963-DA1919000625}" destId="{861DB388-8703-40EF-987F-B6C8B4741F2C}" srcOrd="1" destOrd="0" presId="urn:microsoft.com/office/officeart/2005/8/layout/vProcess5"/>
    <dgm:cxn modelId="{DDA770A5-ED7C-492C-A954-DFE629F27E48}" type="presOf" srcId="{B8CC3A14-F275-492B-B963-DA1919000625}" destId="{431766F8-CCBA-4DF6-9582-A6844A097DB6}" srcOrd="0" destOrd="0" presId="urn:microsoft.com/office/officeart/2005/8/layout/vProcess5"/>
    <dgm:cxn modelId="{90FDE5CB-9E9C-48E1-A260-6FADC2C68E60}" type="presOf" srcId="{19EF892F-BAFA-434D-A439-523095CA0F13}" destId="{9833E826-C076-429E-BF5E-C60F98CCCE43}" srcOrd="1" destOrd="0" presId="urn:microsoft.com/office/officeart/2005/8/layout/vProcess5"/>
    <dgm:cxn modelId="{4D80B3DD-077B-4597-894A-12607CCE9F5E}" type="presOf" srcId="{260DCD11-03BD-4BCE-9513-F9F8714AEC57}" destId="{B22244E4-A503-41CA-88D4-A01CA5A708BD}" srcOrd="0" destOrd="0" presId="urn:microsoft.com/office/officeart/2005/8/layout/vProcess5"/>
    <dgm:cxn modelId="{FA10FCDE-4BE2-461C-8FAC-0580B6225733}" srcId="{8282AF18-DF2E-4BC6-BA60-B0696B107FFB}" destId="{0210237D-F286-4630-B518-065395CADC4A}" srcOrd="3" destOrd="0" parTransId="{F2F1006D-14A2-4FD4-8F67-0E6DFFFC1F74}" sibTransId="{FABF025D-4EA4-427F-8389-3C276B7F8FBD}"/>
    <dgm:cxn modelId="{5B5EEDE0-83A5-4B80-B941-E5E8F1E4C52C}" type="presOf" srcId="{0210237D-F286-4630-B518-065395CADC4A}" destId="{FC9EA64E-CC85-4445-8576-AD4E8CA40508}" srcOrd="1" destOrd="0" presId="urn:microsoft.com/office/officeart/2005/8/layout/vProcess5"/>
    <dgm:cxn modelId="{B7CE3CF7-E85D-4A18-883F-27EA1A3C3077}" type="presOf" srcId="{2E3732CE-35A3-4C5A-8322-C8B91E1D1890}" destId="{2C6893AF-E5A7-4859-9431-264707FC9925}" srcOrd="0" destOrd="0" presId="urn:microsoft.com/office/officeart/2005/8/layout/vProcess5"/>
    <dgm:cxn modelId="{5290BD80-AFA0-4C89-A902-F17BCE86A711}" type="presParOf" srcId="{3953D000-69DC-4C0A-BE09-3E1C08BB1ED3}" destId="{C58A8C61-601B-4484-A579-D74C44E8A5AB}" srcOrd="0" destOrd="0" presId="urn:microsoft.com/office/officeart/2005/8/layout/vProcess5"/>
    <dgm:cxn modelId="{B4038053-D828-45CE-8A23-8B62BA3183D1}" type="presParOf" srcId="{3953D000-69DC-4C0A-BE09-3E1C08BB1ED3}" destId="{25425E6D-B47D-43AF-A520-47121370DE5C}" srcOrd="1" destOrd="0" presId="urn:microsoft.com/office/officeart/2005/8/layout/vProcess5"/>
    <dgm:cxn modelId="{7A0100A5-75B4-4F49-9831-C9FB18C877E9}" type="presParOf" srcId="{3953D000-69DC-4C0A-BE09-3E1C08BB1ED3}" destId="{8DC8B9C4-47E3-44CC-97C5-4275BFACBB4E}" srcOrd="2" destOrd="0" presId="urn:microsoft.com/office/officeart/2005/8/layout/vProcess5"/>
    <dgm:cxn modelId="{29C33243-A29E-4A7F-9ABC-05D0FE573BAF}" type="presParOf" srcId="{3953D000-69DC-4C0A-BE09-3E1C08BB1ED3}" destId="{431766F8-CCBA-4DF6-9582-A6844A097DB6}" srcOrd="3" destOrd="0" presId="urn:microsoft.com/office/officeart/2005/8/layout/vProcess5"/>
    <dgm:cxn modelId="{DC37B2F4-BABF-4D34-8912-41DAEDABF750}" type="presParOf" srcId="{3953D000-69DC-4C0A-BE09-3E1C08BB1ED3}" destId="{A1988539-56C2-4485-B83E-5BFC155B48BB}" srcOrd="4" destOrd="0" presId="urn:microsoft.com/office/officeart/2005/8/layout/vProcess5"/>
    <dgm:cxn modelId="{96FF4F11-89A9-45B1-9652-ED0E89357079}" type="presParOf" srcId="{3953D000-69DC-4C0A-BE09-3E1C08BB1ED3}" destId="{B22244E4-A503-41CA-88D4-A01CA5A708BD}" srcOrd="5" destOrd="0" presId="urn:microsoft.com/office/officeart/2005/8/layout/vProcess5"/>
    <dgm:cxn modelId="{4E6B6CD3-0A2B-44F1-A2AF-90DF436B5E08}" type="presParOf" srcId="{3953D000-69DC-4C0A-BE09-3E1C08BB1ED3}" destId="{F84E7110-2439-4E39-A9FA-C6864AE8AE9C}" srcOrd="6" destOrd="0" presId="urn:microsoft.com/office/officeart/2005/8/layout/vProcess5"/>
    <dgm:cxn modelId="{22D09C89-D63A-4FC8-B41B-65F7A15C9979}" type="presParOf" srcId="{3953D000-69DC-4C0A-BE09-3E1C08BB1ED3}" destId="{2C6893AF-E5A7-4859-9431-264707FC9925}" srcOrd="7" destOrd="0" presId="urn:microsoft.com/office/officeart/2005/8/layout/vProcess5"/>
    <dgm:cxn modelId="{BD2A23C7-F10F-4A6C-91E4-B3209EF50049}" type="presParOf" srcId="{3953D000-69DC-4C0A-BE09-3E1C08BB1ED3}" destId="{D84FE32E-701C-4174-8E1E-01E86991F50E}" srcOrd="8" destOrd="0" presId="urn:microsoft.com/office/officeart/2005/8/layout/vProcess5"/>
    <dgm:cxn modelId="{4B76E9B3-D0EB-47B3-96BE-233BC9EC5156}" type="presParOf" srcId="{3953D000-69DC-4C0A-BE09-3E1C08BB1ED3}" destId="{9833E826-C076-429E-BF5E-C60F98CCCE43}" srcOrd="9" destOrd="0" presId="urn:microsoft.com/office/officeart/2005/8/layout/vProcess5"/>
    <dgm:cxn modelId="{9368B62F-8923-4F01-B097-AC27B65EAD57}" type="presParOf" srcId="{3953D000-69DC-4C0A-BE09-3E1C08BB1ED3}" destId="{861DB388-8703-40EF-987F-B6C8B4741F2C}" srcOrd="10" destOrd="0" presId="urn:microsoft.com/office/officeart/2005/8/layout/vProcess5"/>
    <dgm:cxn modelId="{EC6546ED-69A5-4EB8-9396-74AD8C510DEA}" type="presParOf" srcId="{3953D000-69DC-4C0A-BE09-3E1C08BB1ED3}" destId="{FC9EA64E-CC85-4445-8576-AD4E8CA40508}" srcOrd="1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6FF3AABD-8391-48CC-A9FF-73E9C6DF828A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5" csCatId="colorful" phldr="1"/>
      <dgm:spPr/>
      <dgm:t>
        <a:bodyPr/>
        <a:lstStyle/>
        <a:p>
          <a:endParaRPr lang="en-US"/>
        </a:p>
      </dgm:t>
    </dgm:pt>
    <dgm:pt modelId="{49608DBF-BB80-449F-9603-EF3C3CB80E7B}">
      <dgm:prSet/>
      <dgm:spPr/>
      <dgm:t>
        <a:bodyPr/>
        <a:lstStyle/>
        <a:p>
          <a:r>
            <a:rPr lang="en-US"/>
            <a:t>The prototype was scoped as a </a:t>
          </a:r>
          <a:r>
            <a:rPr lang="en-US" b="1"/>
            <a:t>single-cycle MIPS learning environment</a:t>
          </a:r>
          <a:r>
            <a:rPr lang="en-US"/>
            <a:t>, not a full architectural simulator, to keep the experience teachable, testable, and stable.</a:t>
          </a:r>
        </a:p>
      </dgm:t>
    </dgm:pt>
    <dgm:pt modelId="{3881AAD2-9168-4612-9D98-D4F82E84D8A6}" type="parTrans" cxnId="{7F4FD6F9-C1BC-4241-8BB8-823F0504B4E7}">
      <dgm:prSet/>
      <dgm:spPr/>
      <dgm:t>
        <a:bodyPr/>
        <a:lstStyle/>
        <a:p>
          <a:endParaRPr lang="en-US"/>
        </a:p>
      </dgm:t>
    </dgm:pt>
    <dgm:pt modelId="{1F859C2B-80FB-4F45-A1D3-0D43F2B6DE79}" type="sibTrans" cxnId="{7F4FD6F9-C1BC-4241-8BB8-823F0504B4E7}">
      <dgm:prSet/>
      <dgm:spPr/>
      <dgm:t>
        <a:bodyPr/>
        <a:lstStyle/>
        <a:p>
          <a:endParaRPr lang="en-US"/>
        </a:p>
      </dgm:t>
    </dgm:pt>
    <dgm:pt modelId="{0E6454B1-EA8E-4A1D-8E58-93D2A8049798}">
      <dgm:prSet/>
      <dgm:spPr/>
      <dgm:t>
        <a:bodyPr/>
        <a:lstStyle/>
        <a:p>
          <a:r>
            <a:rPr lang="en-US" b="1"/>
            <a:t>Instruction Decode was narrowed to operand preparation</a:t>
          </a:r>
          <a:r>
            <a:rPr lang="en-US"/>
            <a:t>: learners identify the instruction fields and gather the operands actually read at that stage, while destination selection is deferred to </a:t>
          </a:r>
          <a:r>
            <a:rPr lang="en-US" b="1"/>
            <a:t>Write-Back</a:t>
          </a:r>
          <a:r>
            <a:rPr lang="en-US"/>
            <a:t>.</a:t>
          </a:r>
        </a:p>
      </dgm:t>
    </dgm:pt>
    <dgm:pt modelId="{1F8AB63B-C2B4-471D-BD44-225E95DBCC27}" type="parTrans" cxnId="{54651BDD-E917-4A6C-AF8B-11F7F8516F4B}">
      <dgm:prSet/>
      <dgm:spPr/>
      <dgm:t>
        <a:bodyPr/>
        <a:lstStyle/>
        <a:p>
          <a:endParaRPr lang="en-US"/>
        </a:p>
      </dgm:t>
    </dgm:pt>
    <dgm:pt modelId="{FEFDD40B-6EC0-4096-98EC-AC0045029760}" type="sibTrans" cxnId="{54651BDD-E917-4A6C-AF8B-11F7F8516F4B}">
      <dgm:prSet/>
      <dgm:spPr/>
      <dgm:t>
        <a:bodyPr/>
        <a:lstStyle/>
        <a:p>
          <a:endParaRPr lang="en-US"/>
        </a:p>
      </dgm:t>
    </dgm:pt>
    <dgm:pt modelId="{74482BBE-9CA1-4FD5-9D6D-C5E1609BCAED}">
      <dgm:prSet/>
      <dgm:spPr/>
      <dgm:t>
        <a:bodyPr/>
        <a:lstStyle/>
        <a:p>
          <a:r>
            <a:rPr lang="en-US" b="1"/>
            <a:t>Control-signal decisions were distributed across later phases</a:t>
          </a:r>
          <a:r>
            <a:rPr lang="en-US"/>
            <a:t> instead of being fully resolved in Decode, so EX, MEM, and WB each retain meaningful learner interaction rather than becoming passive confirmation steps.</a:t>
          </a:r>
        </a:p>
      </dgm:t>
    </dgm:pt>
    <dgm:pt modelId="{0953A5B4-182D-45CB-8A73-C193BC013F39}" type="parTrans" cxnId="{E90F13DA-C9B8-404F-A660-CF0AB51E3A1E}">
      <dgm:prSet/>
      <dgm:spPr/>
      <dgm:t>
        <a:bodyPr/>
        <a:lstStyle/>
        <a:p>
          <a:endParaRPr lang="en-US"/>
        </a:p>
      </dgm:t>
    </dgm:pt>
    <dgm:pt modelId="{C3D5E40D-1D12-4C65-B9E4-8A0C6E184818}" type="sibTrans" cxnId="{E90F13DA-C9B8-404F-A660-CF0AB51E3A1E}">
      <dgm:prSet/>
      <dgm:spPr/>
      <dgm:t>
        <a:bodyPr/>
        <a:lstStyle/>
        <a:p>
          <a:endParaRPr lang="en-US"/>
        </a:p>
      </dgm:t>
    </dgm:pt>
    <dgm:pt modelId="{E4B5A417-BED1-4300-89C1-5A2E4940B4ED}">
      <dgm:prSet/>
      <dgm:spPr/>
      <dgm:t>
        <a:bodyPr/>
        <a:lstStyle/>
        <a:p>
          <a:r>
            <a:rPr lang="en-US" b="1"/>
            <a:t>Register selection and value flow were separated</a:t>
          </a:r>
          <a:r>
            <a:rPr lang="en-US"/>
            <a:t>: learners choose physical registers in Decode, while later phases operate on emitted datapackets, making value movement easier to track through the datapath.</a:t>
          </a:r>
        </a:p>
      </dgm:t>
    </dgm:pt>
    <dgm:pt modelId="{6509E984-02EC-4910-96FD-691D076B239C}" type="parTrans" cxnId="{C9F3FD36-86D2-4882-A3AC-7D9A5C20A184}">
      <dgm:prSet/>
      <dgm:spPr/>
      <dgm:t>
        <a:bodyPr/>
        <a:lstStyle/>
        <a:p>
          <a:endParaRPr lang="en-US"/>
        </a:p>
      </dgm:t>
    </dgm:pt>
    <dgm:pt modelId="{39CA92C0-7C19-4D37-AB5E-91B9336DD5E6}" type="sibTrans" cxnId="{C9F3FD36-86D2-4882-A3AC-7D9A5C20A184}">
      <dgm:prSet/>
      <dgm:spPr/>
      <dgm:t>
        <a:bodyPr/>
        <a:lstStyle/>
        <a:p>
          <a:endParaRPr lang="en-US"/>
        </a:p>
      </dgm:t>
    </dgm:pt>
    <dgm:pt modelId="{9ED39D91-E2C0-4471-9DE8-EBB5C2D5BB41}" type="pres">
      <dgm:prSet presAssocID="{6FF3AABD-8391-48CC-A9FF-73E9C6DF828A}" presName="root" presStyleCnt="0">
        <dgm:presLayoutVars>
          <dgm:dir/>
          <dgm:resizeHandles val="exact"/>
        </dgm:presLayoutVars>
      </dgm:prSet>
      <dgm:spPr/>
    </dgm:pt>
    <dgm:pt modelId="{77F08938-6BB2-4AEB-AAAF-B084C5F0B5CF}" type="pres">
      <dgm:prSet presAssocID="{49608DBF-BB80-449F-9603-EF3C3CB80E7B}" presName="compNode" presStyleCnt="0"/>
      <dgm:spPr/>
    </dgm:pt>
    <dgm:pt modelId="{46C7E488-0067-4106-BCB6-41741AB10BA8}" type="pres">
      <dgm:prSet presAssocID="{49608DBF-BB80-449F-9603-EF3C3CB80E7B}" presName="bgRect" presStyleLbl="bgShp" presStyleIdx="0" presStyleCnt="4"/>
      <dgm:spPr/>
    </dgm:pt>
    <dgm:pt modelId="{8FDB7B0C-35C8-413A-A1F7-5F3834E8443C}" type="pres">
      <dgm:prSet presAssocID="{49608DBF-BB80-449F-9603-EF3C3CB80E7B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C8D943BC-3D96-4EB1-8EEE-3F4FE6B5031C}" type="pres">
      <dgm:prSet presAssocID="{49608DBF-BB80-449F-9603-EF3C3CB80E7B}" presName="spaceRect" presStyleCnt="0"/>
      <dgm:spPr/>
    </dgm:pt>
    <dgm:pt modelId="{9AFA2EBC-E400-4290-82B8-904F5FFC1CBC}" type="pres">
      <dgm:prSet presAssocID="{49608DBF-BB80-449F-9603-EF3C3CB80E7B}" presName="parTx" presStyleLbl="revTx" presStyleIdx="0" presStyleCnt="4">
        <dgm:presLayoutVars>
          <dgm:chMax val="0"/>
          <dgm:chPref val="0"/>
        </dgm:presLayoutVars>
      </dgm:prSet>
      <dgm:spPr/>
    </dgm:pt>
    <dgm:pt modelId="{E1A17002-5ED6-4CEA-BEB6-5E27DA61B02B}" type="pres">
      <dgm:prSet presAssocID="{1F859C2B-80FB-4F45-A1D3-0D43F2B6DE79}" presName="sibTrans" presStyleCnt="0"/>
      <dgm:spPr/>
    </dgm:pt>
    <dgm:pt modelId="{4BA0FE17-83B8-418A-9AE9-4095F88B2C77}" type="pres">
      <dgm:prSet presAssocID="{0E6454B1-EA8E-4A1D-8E58-93D2A8049798}" presName="compNode" presStyleCnt="0"/>
      <dgm:spPr/>
    </dgm:pt>
    <dgm:pt modelId="{59565A7E-4E83-4BAE-8538-DEE6F8636BE5}" type="pres">
      <dgm:prSet presAssocID="{0E6454B1-EA8E-4A1D-8E58-93D2A8049798}" presName="bgRect" presStyleLbl="bgShp" presStyleIdx="1" presStyleCnt="4"/>
      <dgm:spPr/>
    </dgm:pt>
    <dgm:pt modelId="{8BC76945-9BA1-4324-956B-EBAD420646EB}" type="pres">
      <dgm:prSet presAssocID="{0E6454B1-EA8E-4A1D-8E58-93D2A8049798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assroom"/>
        </a:ext>
      </dgm:extLst>
    </dgm:pt>
    <dgm:pt modelId="{C0C537BC-7B1F-4549-B7D9-3CBFABCBFDFC}" type="pres">
      <dgm:prSet presAssocID="{0E6454B1-EA8E-4A1D-8E58-93D2A8049798}" presName="spaceRect" presStyleCnt="0"/>
      <dgm:spPr/>
    </dgm:pt>
    <dgm:pt modelId="{10CDE9D3-C907-4B70-8B12-E5F4748F99CF}" type="pres">
      <dgm:prSet presAssocID="{0E6454B1-EA8E-4A1D-8E58-93D2A8049798}" presName="parTx" presStyleLbl="revTx" presStyleIdx="1" presStyleCnt="4">
        <dgm:presLayoutVars>
          <dgm:chMax val="0"/>
          <dgm:chPref val="0"/>
        </dgm:presLayoutVars>
      </dgm:prSet>
      <dgm:spPr/>
    </dgm:pt>
    <dgm:pt modelId="{A9EDEFC1-0BDF-4AF4-8742-70AA79175F5C}" type="pres">
      <dgm:prSet presAssocID="{FEFDD40B-6EC0-4096-98EC-AC0045029760}" presName="sibTrans" presStyleCnt="0"/>
      <dgm:spPr/>
    </dgm:pt>
    <dgm:pt modelId="{BC0F9AA7-CDC5-45E2-A015-3EB0CDD683EB}" type="pres">
      <dgm:prSet presAssocID="{74482BBE-9CA1-4FD5-9D6D-C5E1609BCAED}" presName="compNode" presStyleCnt="0"/>
      <dgm:spPr/>
    </dgm:pt>
    <dgm:pt modelId="{16347C97-D32A-430A-AF6F-686F0B3AB209}" type="pres">
      <dgm:prSet presAssocID="{74482BBE-9CA1-4FD5-9D6D-C5E1609BCAED}" presName="bgRect" presStyleLbl="bgShp" presStyleIdx="2" presStyleCnt="4"/>
      <dgm:spPr/>
    </dgm:pt>
    <dgm:pt modelId="{AFD790B0-A118-4384-BECD-EBAF6F1F3E13}" type="pres">
      <dgm:prSet presAssocID="{74482BBE-9CA1-4FD5-9D6D-C5E1609BCAED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lowchart"/>
        </a:ext>
      </dgm:extLst>
    </dgm:pt>
    <dgm:pt modelId="{C69BBCB6-4EF0-4BF6-8EB1-E37B1A391F21}" type="pres">
      <dgm:prSet presAssocID="{74482BBE-9CA1-4FD5-9D6D-C5E1609BCAED}" presName="spaceRect" presStyleCnt="0"/>
      <dgm:spPr/>
    </dgm:pt>
    <dgm:pt modelId="{08F12A90-6505-47E5-96C3-D71EF7C255DF}" type="pres">
      <dgm:prSet presAssocID="{74482BBE-9CA1-4FD5-9D6D-C5E1609BCAED}" presName="parTx" presStyleLbl="revTx" presStyleIdx="2" presStyleCnt="4">
        <dgm:presLayoutVars>
          <dgm:chMax val="0"/>
          <dgm:chPref val="0"/>
        </dgm:presLayoutVars>
      </dgm:prSet>
      <dgm:spPr/>
    </dgm:pt>
    <dgm:pt modelId="{5DDA9490-A80C-4886-8379-E84B052956C6}" type="pres">
      <dgm:prSet presAssocID="{C3D5E40D-1D12-4C65-B9E4-8A0C6E184818}" presName="sibTrans" presStyleCnt="0"/>
      <dgm:spPr/>
    </dgm:pt>
    <dgm:pt modelId="{6AD99448-C50E-4F6F-A2F2-7770BEFDF279}" type="pres">
      <dgm:prSet presAssocID="{E4B5A417-BED1-4300-89C1-5A2E4940B4ED}" presName="compNode" presStyleCnt="0"/>
      <dgm:spPr/>
    </dgm:pt>
    <dgm:pt modelId="{5D7E3912-459E-4B87-9F71-B7AE199F7C08}" type="pres">
      <dgm:prSet presAssocID="{E4B5A417-BED1-4300-89C1-5A2E4940B4ED}" presName="bgRect" presStyleLbl="bgShp" presStyleIdx="3" presStyleCnt="4"/>
      <dgm:spPr/>
    </dgm:pt>
    <dgm:pt modelId="{4B79EB1F-F689-4E6C-B425-AF8FA51752CA}" type="pres">
      <dgm:prSet presAssocID="{E4B5A417-BED1-4300-89C1-5A2E4940B4ED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vron Arrows"/>
        </a:ext>
      </dgm:extLst>
    </dgm:pt>
    <dgm:pt modelId="{183E3A57-2AC2-484A-977D-7E98BD680747}" type="pres">
      <dgm:prSet presAssocID="{E4B5A417-BED1-4300-89C1-5A2E4940B4ED}" presName="spaceRect" presStyleCnt="0"/>
      <dgm:spPr/>
    </dgm:pt>
    <dgm:pt modelId="{F430C0A6-201E-4F28-8539-7D81B6990BC2}" type="pres">
      <dgm:prSet presAssocID="{E4B5A417-BED1-4300-89C1-5A2E4940B4ED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F2B97E0A-B406-4B48-BB2D-106E324015DE}" type="presOf" srcId="{E4B5A417-BED1-4300-89C1-5A2E4940B4ED}" destId="{F430C0A6-201E-4F28-8539-7D81B6990BC2}" srcOrd="0" destOrd="0" presId="urn:microsoft.com/office/officeart/2018/2/layout/IconVerticalSolidList"/>
    <dgm:cxn modelId="{C9F3FD36-86D2-4882-A3AC-7D9A5C20A184}" srcId="{6FF3AABD-8391-48CC-A9FF-73E9C6DF828A}" destId="{E4B5A417-BED1-4300-89C1-5A2E4940B4ED}" srcOrd="3" destOrd="0" parTransId="{6509E984-02EC-4910-96FD-691D076B239C}" sibTransId="{39CA92C0-7C19-4D37-AB5E-91B9336DD5E6}"/>
    <dgm:cxn modelId="{4C5FD45E-409B-45B1-9D27-F5876D84809B}" type="presOf" srcId="{74482BBE-9CA1-4FD5-9D6D-C5E1609BCAED}" destId="{08F12A90-6505-47E5-96C3-D71EF7C255DF}" srcOrd="0" destOrd="0" presId="urn:microsoft.com/office/officeart/2018/2/layout/IconVerticalSolidList"/>
    <dgm:cxn modelId="{D292299D-3181-40A4-8EA4-5E777BD1C564}" type="presOf" srcId="{0E6454B1-EA8E-4A1D-8E58-93D2A8049798}" destId="{10CDE9D3-C907-4B70-8B12-E5F4748F99CF}" srcOrd="0" destOrd="0" presId="urn:microsoft.com/office/officeart/2018/2/layout/IconVerticalSolidList"/>
    <dgm:cxn modelId="{9F0E4CD2-7874-4282-8A22-C35B96F2D591}" type="presOf" srcId="{6FF3AABD-8391-48CC-A9FF-73E9C6DF828A}" destId="{9ED39D91-E2C0-4471-9DE8-EBB5C2D5BB41}" srcOrd="0" destOrd="0" presId="urn:microsoft.com/office/officeart/2018/2/layout/IconVerticalSolidList"/>
    <dgm:cxn modelId="{E90F13DA-C9B8-404F-A660-CF0AB51E3A1E}" srcId="{6FF3AABD-8391-48CC-A9FF-73E9C6DF828A}" destId="{74482BBE-9CA1-4FD5-9D6D-C5E1609BCAED}" srcOrd="2" destOrd="0" parTransId="{0953A5B4-182D-45CB-8A73-C193BC013F39}" sibTransId="{C3D5E40D-1D12-4C65-B9E4-8A0C6E184818}"/>
    <dgm:cxn modelId="{54651BDD-E917-4A6C-AF8B-11F7F8516F4B}" srcId="{6FF3AABD-8391-48CC-A9FF-73E9C6DF828A}" destId="{0E6454B1-EA8E-4A1D-8E58-93D2A8049798}" srcOrd="1" destOrd="0" parTransId="{1F8AB63B-C2B4-471D-BD44-225E95DBCC27}" sibTransId="{FEFDD40B-6EC0-4096-98EC-AC0045029760}"/>
    <dgm:cxn modelId="{FF8CBCE9-2D77-4827-A06A-F5628B72DED2}" type="presOf" srcId="{49608DBF-BB80-449F-9603-EF3C3CB80E7B}" destId="{9AFA2EBC-E400-4290-82B8-904F5FFC1CBC}" srcOrd="0" destOrd="0" presId="urn:microsoft.com/office/officeart/2018/2/layout/IconVerticalSolidList"/>
    <dgm:cxn modelId="{7F4FD6F9-C1BC-4241-8BB8-823F0504B4E7}" srcId="{6FF3AABD-8391-48CC-A9FF-73E9C6DF828A}" destId="{49608DBF-BB80-449F-9603-EF3C3CB80E7B}" srcOrd="0" destOrd="0" parTransId="{3881AAD2-9168-4612-9D98-D4F82E84D8A6}" sibTransId="{1F859C2B-80FB-4F45-A1D3-0D43F2B6DE79}"/>
    <dgm:cxn modelId="{3CFEC7C7-68C7-4E49-B95E-8C240AA1FBA4}" type="presParOf" srcId="{9ED39D91-E2C0-4471-9DE8-EBB5C2D5BB41}" destId="{77F08938-6BB2-4AEB-AAAF-B084C5F0B5CF}" srcOrd="0" destOrd="0" presId="urn:microsoft.com/office/officeart/2018/2/layout/IconVerticalSolidList"/>
    <dgm:cxn modelId="{8C63D46D-7092-4772-B397-CD7941C6C642}" type="presParOf" srcId="{77F08938-6BB2-4AEB-AAAF-B084C5F0B5CF}" destId="{46C7E488-0067-4106-BCB6-41741AB10BA8}" srcOrd="0" destOrd="0" presId="urn:microsoft.com/office/officeart/2018/2/layout/IconVerticalSolidList"/>
    <dgm:cxn modelId="{72C6F85E-E005-4763-916D-8DA1BC64605E}" type="presParOf" srcId="{77F08938-6BB2-4AEB-AAAF-B084C5F0B5CF}" destId="{8FDB7B0C-35C8-413A-A1F7-5F3834E8443C}" srcOrd="1" destOrd="0" presId="urn:microsoft.com/office/officeart/2018/2/layout/IconVerticalSolidList"/>
    <dgm:cxn modelId="{360B7E94-20BC-4375-B74C-AA00A859756C}" type="presParOf" srcId="{77F08938-6BB2-4AEB-AAAF-B084C5F0B5CF}" destId="{C8D943BC-3D96-4EB1-8EEE-3F4FE6B5031C}" srcOrd="2" destOrd="0" presId="urn:microsoft.com/office/officeart/2018/2/layout/IconVerticalSolidList"/>
    <dgm:cxn modelId="{E2507019-0583-4275-905B-6E8B1842AE5C}" type="presParOf" srcId="{77F08938-6BB2-4AEB-AAAF-B084C5F0B5CF}" destId="{9AFA2EBC-E400-4290-82B8-904F5FFC1CBC}" srcOrd="3" destOrd="0" presId="urn:microsoft.com/office/officeart/2018/2/layout/IconVerticalSolidList"/>
    <dgm:cxn modelId="{038B36D5-E790-44D6-A073-65E068546C98}" type="presParOf" srcId="{9ED39D91-E2C0-4471-9DE8-EBB5C2D5BB41}" destId="{E1A17002-5ED6-4CEA-BEB6-5E27DA61B02B}" srcOrd="1" destOrd="0" presId="urn:microsoft.com/office/officeart/2018/2/layout/IconVerticalSolidList"/>
    <dgm:cxn modelId="{F4EB3503-0184-4729-B64A-E913E2575AB0}" type="presParOf" srcId="{9ED39D91-E2C0-4471-9DE8-EBB5C2D5BB41}" destId="{4BA0FE17-83B8-418A-9AE9-4095F88B2C77}" srcOrd="2" destOrd="0" presId="urn:microsoft.com/office/officeart/2018/2/layout/IconVerticalSolidList"/>
    <dgm:cxn modelId="{C816170A-8F66-4B53-A081-9A21D83B3531}" type="presParOf" srcId="{4BA0FE17-83B8-418A-9AE9-4095F88B2C77}" destId="{59565A7E-4E83-4BAE-8538-DEE6F8636BE5}" srcOrd="0" destOrd="0" presId="urn:microsoft.com/office/officeart/2018/2/layout/IconVerticalSolidList"/>
    <dgm:cxn modelId="{9CED9CDE-B2B0-46D1-996D-F54CF87C251F}" type="presParOf" srcId="{4BA0FE17-83B8-418A-9AE9-4095F88B2C77}" destId="{8BC76945-9BA1-4324-956B-EBAD420646EB}" srcOrd="1" destOrd="0" presId="urn:microsoft.com/office/officeart/2018/2/layout/IconVerticalSolidList"/>
    <dgm:cxn modelId="{E99C0E7D-C825-4CF1-8793-CEA33C7091DA}" type="presParOf" srcId="{4BA0FE17-83B8-418A-9AE9-4095F88B2C77}" destId="{C0C537BC-7B1F-4549-B7D9-3CBFABCBFDFC}" srcOrd="2" destOrd="0" presId="urn:microsoft.com/office/officeart/2018/2/layout/IconVerticalSolidList"/>
    <dgm:cxn modelId="{535CCF1A-FAA7-46F4-9F78-C47356D7094B}" type="presParOf" srcId="{4BA0FE17-83B8-418A-9AE9-4095F88B2C77}" destId="{10CDE9D3-C907-4B70-8B12-E5F4748F99CF}" srcOrd="3" destOrd="0" presId="urn:microsoft.com/office/officeart/2018/2/layout/IconVerticalSolidList"/>
    <dgm:cxn modelId="{1CB2363A-6A8B-46A7-A362-6AEE02A66470}" type="presParOf" srcId="{9ED39D91-E2C0-4471-9DE8-EBB5C2D5BB41}" destId="{A9EDEFC1-0BDF-4AF4-8742-70AA79175F5C}" srcOrd="3" destOrd="0" presId="urn:microsoft.com/office/officeart/2018/2/layout/IconVerticalSolidList"/>
    <dgm:cxn modelId="{88D000C4-431F-4FA1-B1C4-D17E272A3042}" type="presParOf" srcId="{9ED39D91-E2C0-4471-9DE8-EBB5C2D5BB41}" destId="{BC0F9AA7-CDC5-45E2-A015-3EB0CDD683EB}" srcOrd="4" destOrd="0" presId="urn:microsoft.com/office/officeart/2018/2/layout/IconVerticalSolidList"/>
    <dgm:cxn modelId="{BD00F904-0D5D-4FA1-872E-A0CBA992B7A7}" type="presParOf" srcId="{BC0F9AA7-CDC5-45E2-A015-3EB0CDD683EB}" destId="{16347C97-D32A-430A-AF6F-686F0B3AB209}" srcOrd="0" destOrd="0" presId="urn:microsoft.com/office/officeart/2018/2/layout/IconVerticalSolidList"/>
    <dgm:cxn modelId="{7F404ECE-3BB3-4E3A-A0B5-174A0B3E5806}" type="presParOf" srcId="{BC0F9AA7-CDC5-45E2-A015-3EB0CDD683EB}" destId="{AFD790B0-A118-4384-BECD-EBAF6F1F3E13}" srcOrd="1" destOrd="0" presId="urn:microsoft.com/office/officeart/2018/2/layout/IconVerticalSolidList"/>
    <dgm:cxn modelId="{3E9DA3AC-E148-4334-959F-191DCBD9A105}" type="presParOf" srcId="{BC0F9AA7-CDC5-45E2-A015-3EB0CDD683EB}" destId="{C69BBCB6-4EF0-4BF6-8EB1-E37B1A391F21}" srcOrd="2" destOrd="0" presId="urn:microsoft.com/office/officeart/2018/2/layout/IconVerticalSolidList"/>
    <dgm:cxn modelId="{624612F2-63A0-43DC-90B6-2E69E4F7AF32}" type="presParOf" srcId="{BC0F9AA7-CDC5-45E2-A015-3EB0CDD683EB}" destId="{08F12A90-6505-47E5-96C3-D71EF7C255DF}" srcOrd="3" destOrd="0" presId="urn:microsoft.com/office/officeart/2018/2/layout/IconVerticalSolidList"/>
    <dgm:cxn modelId="{B1922890-E3FF-4475-94FA-15233AA4A242}" type="presParOf" srcId="{9ED39D91-E2C0-4471-9DE8-EBB5C2D5BB41}" destId="{5DDA9490-A80C-4886-8379-E84B052956C6}" srcOrd="5" destOrd="0" presId="urn:microsoft.com/office/officeart/2018/2/layout/IconVerticalSolidList"/>
    <dgm:cxn modelId="{3F29560E-85F0-44C2-9DF0-479EF9AFAFDD}" type="presParOf" srcId="{9ED39D91-E2C0-4471-9DE8-EBB5C2D5BB41}" destId="{6AD99448-C50E-4F6F-A2F2-7770BEFDF279}" srcOrd="6" destOrd="0" presId="urn:microsoft.com/office/officeart/2018/2/layout/IconVerticalSolidList"/>
    <dgm:cxn modelId="{0809B6A4-7277-4EE5-974B-00BF2D46543C}" type="presParOf" srcId="{6AD99448-C50E-4F6F-A2F2-7770BEFDF279}" destId="{5D7E3912-459E-4B87-9F71-B7AE199F7C08}" srcOrd="0" destOrd="0" presId="urn:microsoft.com/office/officeart/2018/2/layout/IconVerticalSolidList"/>
    <dgm:cxn modelId="{58D8D080-CB99-4407-9C51-F60967CBC292}" type="presParOf" srcId="{6AD99448-C50E-4F6F-A2F2-7770BEFDF279}" destId="{4B79EB1F-F689-4E6C-B425-AF8FA51752CA}" srcOrd="1" destOrd="0" presId="urn:microsoft.com/office/officeart/2018/2/layout/IconVerticalSolidList"/>
    <dgm:cxn modelId="{A1B7908F-6567-41BA-88A6-7E6C8497D1CC}" type="presParOf" srcId="{6AD99448-C50E-4F6F-A2F2-7770BEFDF279}" destId="{183E3A57-2AC2-484A-977D-7E98BD680747}" srcOrd="2" destOrd="0" presId="urn:microsoft.com/office/officeart/2018/2/layout/IconVerticalSolidList"/>
    <dgm:cxn modelId="{1AF5CCA3-82E7-48B3-A7BE-B73CAE311D02}" type="presParOf" srcId="{6AD99448-C50E-4F6F-A2F2-7770BEFDF279}" destId="{F430C0A6-201E-4F28-8539-7D81B6990BC2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63F6A5E-A984-4E6C-A002-28B15EA61689}">
      <dsp:nvSpPr>
        <dsp:cNvPr id="0" name=""/>
        <dsp:cNvSpPr/>
      </dsp:nvSpPr>
      <dsp:spPr>
        <a:xfrm>
          <a:off x="0" y="0"/>
          <a:ext cx="10515600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930AD9A-6131-41B8-9A49-B4372ABB1F75}">
      <dsp:nvSpPr>
        <dsp:cNvPr id="0" name=""/>
        <dsp:cNvSpPr/>
      </dsp:nvSpPr>
      <dsp:spPr>
        <a:xfrm>
          <a:off x="0" y="0"/>
          <a:ext cx="10515600" cy="11982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600" b="1" kern="1200" dirty="0"/>
            <a:t>VR in Computer Science Education</a:t>
          </a:r>
          <a:br>
            <a:rPr lang="en-IN" sz="1600" kern="1200" dirty="0"/>
          </a:br>
          <a:r>
            <a:rPr lang="en-IN" sz="1600" kern="1200" dirty="0"/>
            <a:t>Research suggests that VR can make abstract and invisible processes more tangible through interaction, spatial representation, and guided exploration. Studies commonly report benefits in engagement, presence, and conceptual understanding.</a:t>
          </a:r>
          <a:br>
            <a:rPr lang="en-IN" sz="1400" kern="1200" dirty="0"/>
          </a:br>
          <a:r>
            <a:rPr lang="en-IN" sz="1400" i="1" kern="1200" dirty="0"/>
            <a:t>Pirker et al., 2020; Pirker et al., 2021; Agbo et al., 2021; Janani et al., 2026</a:t>
          </a:r>
          <a:endParaRPr lang="en-US" sz="1400" kern="1200" dirty="0"/>
        </a:p>
      </dsp:txBody>
      <dsp:txXfrm>
        <a:off x="0" y="0"/>
        <a:ext cx="10515600" cy="1198266"/>
      </dsp:txXfrm>
    </dsp:sp>
    <dsp:sp modelId="{D1B44BAC-EA83-40AF-BACB-075EFB4EA624}">
      <dsp:nvSpPr>
        <dsp:cNvPr id="0" name=""/>
        <dsp:cNvSpPr/>
      </dsp:nvSpPr>
      <dsp:spPr>
        <a:xfrm>
          <a:off x="0" y="1198266"/>
          <a:ext cx="10515600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1048DF3-E852-4379-A550-29911C3FC03E}">
      <dsp:nvSpPr>
        <dsp:cNvPr id="0" name=""/>
        <dsp:cNvSpPr/>
      </dsp:nvSpPr>
      <dsp:spPr>
        <a:xfrm>
          <a:off x="0" y="1198266"/>
          <a:ext cx="10515600" cy="11982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600" b="1" kern="1200" dirty="0"/>
            <a:t>Computer Architecture Learning</a:t>
          </a:r>
          <a:br>
            <a:rPr lang="en-IN" sz="1600" kern="1200" dirty="0"/>
          </a:br>
          <a:r>
            <a:rPr lang="en-IN" sz="1600" kern="1200" dirty="0"/>
            <a:t>Previous systems have explored experiential learning, simulations, and serious games for teaching processor organisation and related concepts. However, this remains a relatively small area of research.</a:t>
          </a:r>
          <a:br>
            <a:rPr lang="en-IN" sz="1400" kern="1200" dirty="0"/>
          </a:br>
          <a:r>
            <a:rPr lang="en-US" sz="1400" i="1" kern="1200" dirty="0"/>
            <a:t>Dascalu et al., 2017; Tlili et al., 2016; Tan et al., 2023</a:t>
          </a:r>
          <a:endParaRPr lang="en-US" sz="1400" kern="1200" dirty="0"/>
        </a:p>
      </dsp:txBody>
      <dsp:txXfrm>
        <a:off x="0" y="1198266"/>
        <a:ext cx="10515600" cy="1198266"/>
      </dsp:txXfrm>
    </dsp:sp>
    <dsp:sp modelId="{85AF648C-2909-4FA3-B883-C2C9066D4812}">
      <dsp:nvSpPr>
        <dsp:cNvPr id="0" name=""/>
        <dsp:cNvSpPr/>
      </dsp:nvSpPr>
      <dsp:spPr>
        <a:xfrm>
          <a:off x="0" y="2396532"/>
          <a:ext cx="10515600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13561D0-5E80-4E6C-A3B2-B8B4D3F7ACB5}">
      <dsp:nvSpPr>
        <dsp:cNvPr id="0" name=""/>
        <dsp:cNvSpPr/>
      </dsp:nvSpPr>
      <dsp:spPr>
        <a:xfrm>
          <a:off x="0" y="2396532"/>
          <a:ext cx="10515600" cy="11982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600" b="1" kern="1200" dirty="0"/>
            <a:t>Lessons from Existing Work</a:t>
          </a:r>
          <a:br>
            <a:rPr lang="en-IN" sz="1600" kern="1200" dirty="0"/>
          </a:br>
          <a:r>
            <a:rPr lang="en-IN" sz="1600" kern="1200" dirty="0"/>
            <a:t>Immersion alone does not guarantee effective learning. Clear visualisation, intuitive interaction, appropriate guidance, and careful management of cognitive load remain essential.</a:t>
          </a:r>
          <a:br>
            <a:rPr lang="en-IN" sz="1400" kern="1200" dirty="0"/>
          </a:br>
          <a:r>
            <a:rPr lang="en-US" sz="1400" i="1" kern="1200" dirty="0"/>
            <a:t>Cook et al., 2019; Korkut &amp; Surer, 2023</a:t>
          </a:r>
          <a:endParaRPr lang="en-US" sz="1400" kern="1200" dirty="0"/>
        </a:p>
      </dsp:txBody>
      <dsp:txXfrm>
        <a:off x="0" y="2396532"/>
        <a:ext cx="10515600" cy="1198266"/>
      </dsp:txXfrm>
    </dsp:sp>
    <dsp:sp modelId="{8CC679A7-3C1F-4548-B35F-EDC1D28EFAA9}">
      <dsp:nvSpPr>
        <dsp:cNvPr id="0" name=""/>
        <dsp:cNvSpPr/>
      </dsp:nvSpPr>
      <dsp:spPr>
        <a:xfrm>
          <a:off x="0" y="3594798"/>
          <a:ext cx="10515600" cy="0"/>
        </a:xfrm>
        <a:prstGeom prst="lin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FC049B9-B500-45DA-91C8-8951C9EE9CD8}">
      <dsp:nvSpPr>
        <dsp:cNvPr id="0" name=""/>
        <dsp:cNvSpPr/>
      </dsp:nvSpPr>
      <dsp:spPr>
        <a:xfrm>
          <a:off x="0" y="3594798"/>
          <a:ext cx="10515600" cy="11982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600" b="1" kern="1200" dirty="0"/>
            <a:t>Remaining Gap</a:t>
          </a:r>
          <a:br>
            <a:rPr lang="en-IN" sz="1600" kern="1200" dirty="0"/>
          </a:br>
          <a:r>
            <a:rPr lang="en-US" sz="1600" kern="1200" dirty="0"/>
            <a:t>Existing research demonstrates the potential of VR for computer science education, but focused tools that help students trace instruction execution, data values, and control signals through a processor </a:t>
          </a:r>
          <a:r>
            <a:rPr lang="en-US" sz="1600" kern="1200" dirty="0" err="1"/>
            <a:t>datapath</a:t>
          </a:r>
          <a:r>
            <a:rPr lang="en-US" sz="1600" kern="1200" dirty="0"/>
            <a:t> remain limited. Many existing examples are proof-of-concept systems, broad investigations, or adjacent educational tools rather than structured experiences specifically designed around instruction execution.</a:t>
          </a:r>
        </a:p>
      </dsp:txBody>
      <dsp:txXfrm>
        <a:off x="0" y="3594798"/>
        <a:ext cx="10515600" cy="119826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17425B2-F9BC-4A1C-B394-7571CBAC09CB}">
      <dsp:nvSpPr>
        <dsp:cNvPr id="0" name=""/>
        <dsp:cNvSpPr/>
      </dsp:nvSpPr>
      <dsp:spPr>
        <a:xfrm>
          <a:off x="0" y="3275482"/>
          <a:ext cx="10515600" cy="1075086"/>
        </a:xfrm>
        <a:prstGeom prst="rect">
          <a:avLst/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42240" tIns="142240" rIns="142240" bIns="14224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/>
            <a:t>Test Mode</a:t>
          </a:r>
          <a:endParaRPr lang="en-US" sz="2000" kern="1200"/>
        </a:p>
      </dsp:txBody>
      <dsp:txXfrm>
        <a:off x="0" y="3275482"/>
        <a:ext cx="10515600" cy="580546"/>
      </dsp:txXfrm>
    </dsp:sp>
    <dsp:sp modelId="{C06EEDF8-3F9C-4901-98C4-1509C4CF4D9A}">
      <dsp:nvSpPr>
        <dsp:cNvPr id="0" name=""/>
        <dsp:cNvSpPr/>
      </dsp:nvSpPr>
      <dsp:spPr>
        <a:xfrm>
          <a:off x="5134" y="3834527"/>
          <a:ext cx="3501776" cy="49453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20320" rIns="113792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No lesson panel or hint panel</a:t>
          </a:r>
        </a:p>
      </dsp:txBody>
      <dsp:txXfrm>
        <a:off x="5134" y="3834527"/>
        <a:ext cx="3501776" cy="494539"/>
      </dsp:txXfrm>
    </dsp:sp>
    <dsp:sp modelId="{563B52A1-268D-431B-A69D-899A194B7568}">
      <dsp:nvSpPr>
        <dsp:cNvPr id="0" name=""/>
        <dsp:cNvSpPr/>
      </dsp:nvSpPr>
      <dsp:spPr>
        <a:xfrm>
          <a:off x="3506911" y="3834527"/>
          <a:ext cx="3501776" cy="49453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20320" rIns="113792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Minimal tolerance for mistakes</a:t>
          </a:r>
        </a:p>
      </dsp:txBody>
      <dsp:txXfrm>
        <a:off x="3506911" y="3834527"/>
        <a:ext cx="3501776" cy="494539"/>
      </dsp:txXfrm>
    </dsp:sp>
    <dsp:sp modelId="{6959959B-2BEF-48B7-AB36-EC5F04E36053}">
      <dsp:nvSpPr>
        <dsp:cNvPr id="0" name=""/>
        <dsp:cNvSpPr/>
      </dsp:nvSpPr>
      <dsp:spPr>
        <a:xfrm>
          <a:off x="7008688" y="3834527"/>
          <a:ext cx="3501776" cy="49453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20320" rIns="113792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Functions as the strict assessment version of the same lesson flow</a:t>
          </a:r>
        </a:p>
      </dsp:txBody>
      <dsp:txXfrm>
        <a:off x="7008688" y="3834527"/>
        <a:ext cx="3501776" cy="494539"/>
      </dsp:txXfrm>
    </dsp:sp>
    <dsp:sp modelId="{48462870-6142-4604-820B-B2C513AA2258}">
      <dsp:nvSpPr>
        <dsp:cNvPr id="0" name=""/>
        <dsp:cNvSpPr/>
      </dsp:nvSpPr>
      <dsp:spPr>
        <a:xfrm rot="10800000">
          <a:off x="0" y="1638125"/>
          <a:ext cx="10515600" cy="1653482"/>
        </a:xfrm>
        <a:prstGeom prst="upArrowCallout">
          <a:avLst/>
        </a:prstGeom>
        <a:solidFill>
          <a:schemeClr val="accent1">
            <a:shade val="80000"/>
            <a:hueOff val="272799"/>
            <a:satOff val="-28446"/>
            <a:lumOff val="1911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42240" tIns="142240" rIns="142240" bIns="14224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/>
            <a:t>Practice Mode</a:t>
          </a:r>
          <a:endParaRPr lang="en-US" sz="2000" kern="1200"/>
        </a:p>
      </dsp:txBody>
      <dsp:txXfrm rot="-10800000">
        <a:off x="0" y="1638125"/>
        <a:ext cx="10515600" cy="580372"/>
      </dsp:txXfrm>
    </dsp:sp>
    <dsp:sp modelId="{3DBECBB6-9D9E-4075-8F8F-55DBEF7F05E8}">
      <dsp:nvSpPr>
        <dsp:cNvPr id="0" name=""/>
        <dsp:cNvSpPr/>
      </dsp:nvSpPr>
      <dsp:spPr>
        <a:xfrm>
          <a:off x="5134" y="2218498"/>
          <a:ext cx="3501776" cy="494391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20320" rIns="113792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Reduced guidance</a:t>
          </a:r>
        </a:p>
      </dsp:txBody>
      <dsp:txXfrm>
        <a:off x="5134" y="2218498"/>
        <a:ext cx="3501776" cy="494391"/>
      </dsp:txXfrm>
    </dsp:sp>
    <dsp:sp modelId="{FA16532B-07EA-492E-98A1-DD347B5434C4}">
      <dsp:nvSpPr>
        <dsp:cNvPr id="0" name=""/>
        <dsp:cNvSpPr/>
      </dsp:nvSpPr>
      <dsp:spPr>
        <a:xfrm>
          <a:off x="3506911" y="2218498"/>
          <a:ext cx="3501776" cy="494391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20320" rIns="113792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Learner must decode the instruction independently</a:t>
          </a:r>
        </a:p>
      </dsp:txBody>
      <dsp:txXfrm>
        <a:off x="3506911" y="2218498"/>
        <a:ext cx="3501776" cy="494391"/>
      </dsp:txXfrm>
    </dsp:sp>
    <dsp:sp modelId="{C920FD06-8BD9-4623-BD8C-0A78F21ED4FF}">
      <dsp:nvSpPr>
        <dsp:cNvPr id="0" name=""/>
        <dsp:cNvSpPr/>
      </dsp:nvSpPr>
      <dsp:spPr>
        <a:xfrm>
          <a:off x="7008688" y="2218498"/>
          <a:ext cx="3501776" cy="494391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20320" rIns="113792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Limited hints and limited attempts</a:t>
          </a:r>
        </a:p>
      </dsp:txBody>
      <dsp:txXfrm>
        <a:off x="7008688" y="2218498"/>
        <a:ext cx="3501776" cy="494391"/>
      </dsp:txXfrm>
    </dsp:sp>
    <dsp:sp modelId="{84C3D93E-2673-43F2-8223-0ED71784B9EB}">
      <dsp:nvSpPr>
        <dsp:cNvPr id="0" name=""/>
        <dsp:cNvSpPr/>
      </dsp:nvSpPr>
      <dsp:spPr>
        <a:xfrm rot="10800000">
          <a:off x="0" y="769"/>
          <a:ext cx="10515600" cy="1653482"/>
        </a:xfrm>
        <a:prstGeom prst="upArrowCallout">
          <a:avLst/>
        </a:prstGeom>
        <a:solidFill>
          <a:schemeClr val="accent1">
            <a:shade val="80000"/>
            <a:hueOff val="545598"/>
            <a:satOff val="-56892"/>
            <a:lumOff val="38221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42240" tIns="142240" rIns="142240" bIns="14224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/>
            <a:t>Learning Mode</a:t>
          </a:r>
          <a:endParaRPr lang="en-US" sz="2000" kern="1200"/>
        </a:p>
      </dsp:txBody>
      <dsp:txXfrm rot="-10800000">
        <a:off x="0" y="769"/>
        <a:ext cx="10515600" cy="580372"/>
      </dsp:txXfrm>
    </dsp:sp>
    <dsp:sp modelId="{121F1B5D-5F23-436F-9082-D9C2C907A9C9}">
      <dsp:nvSpPr>
        <dsp:cNvPr id="0" name=""/>
        <dsp:cNvSpPr/>
      </dsp:nvSpPr>
      <dsp:spPr>
        <a:xfrm>
          <a:off x="5134" y="581141"/>
          <a:ext cx="3501776" cy="494391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20320" rIns="113792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Guided instruction walkthroughs</a:t>
          </a:r>
        </a:p>
      </dsp:txBody>
      <dsp:txXfrm>
        <a:off x="5134" y="581141"/>
        <a:ext cx="3501776" cy="494391"/>
      </dsp:txXfrm>
    </dsp:sp>
    <dsp:sp modelId="{2E8443D6-AB6C-4488-9C7A-EBC932ECABE7}">
      <dsp:nvSpPr>
        <dsp:cNvPr id="0" name=""/>
        <dsp:cNvSpPr/>
      </dsp:nvSpPr>
      <dsp:spPr>
        <a:xfrm>
          <a:off x="3506911" y="581141"/>
          <a:ext cx="3501776" cy="494391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20320" rIns="113792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Explicit prompts and explanatory scaffolding</a:t>
          </a:r>
        </a:p>
      </dsp:txBody>
      <dsp:txXfrm>
        <a:off x="3506911" y="581141"/>
        <a:ext cx="3501776" cy="494391"/>
      </dsp:txXfrm>
    </dsp:sp>
    <dsp:sp modelId="{171C4943-4145-4A28-8B9F-9DD11F0F189B}">
      <dsp:nvSpPr>
        <dsp:cNvPr id="0" name=""/>
        <dsp:cNvSpPr/>
      </dsp:nvSpPr>
      <dsp:spPr>
        <a:xfrm>
          <a:off x="7008688" y="581141"/>
          <a:ext cx="3501776" cy="494391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20320" rIns="113792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Immediate corrective feedback</a:t>
          </a:r>
        </a:p>
      </dsp:txBody>
      <dsp:txXfrm>
        <a:off x="7008688" y="581141"/>
        <a:ext cx="3501776" cy="494391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0389039-0FEB-4A80-9960-F9A28B84658F}">
      <dsp:nvSpPr>
        <dsp:cNvPr id="0" name=""/>
        <dsp:cNvSpPr/>
      </dsp:nvSpPr>
      <dsp:spPr>
        <a:xfrm>
          <a:off x="0" y="237589"/>
          <a:ext cx="4080880" cy="65764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73152" rIns="128016" bIns="73152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The Learner Traces an Instruction from Fetch to Architectural State Change:</a:t>
          </a:r>
        </a:p>
      </dsp:txBody>
      <dsp:txXfrm>
        <a:off x="0" y="237589"/>
        <a:ext cx="4080880" cy="657643"/>
      </dsp:txXfrm>
    </dsp:sp>
    <dsp:sp modelId="{3C0C963F-8853-4F0D-87AE-5D020787FB90}">
      <dsp:nvSpPr>
        <dsp:cNvPr id="0" name=""/>
        <dsp:cNvSpPr/>
      </dsp:nvSpPr>
      <dsp:spPr>
        <a:xfrm>
          <a:off x="0" y="895233"/>
          <a:ext cx="4080880" cy="326105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+mj-lt"/>
            <a:buAutoNum type="arabicPeriod"/>
          </a:pPr>
          <a:r>
            <a:rPr lang="en-US" sz="1800" kern="1200" dirty="0"/>
            <a:t>Fetch and transfer the instruction.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+mj-lt"/>
            <a:buAutoNum type="arabicPeriod"/>
          </a:pPr>
          <a:r>
            <a:rPr lang="en-US" sz="1800" kern="1200" dirty="0"/>
            <a:t>Decode its fields and identify the required operands.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+mj-lt"/>
            <a:buAutoNum type="arabicPeriod"/>
          </a:pPr>
          <a:r>
            <a:rPr lang="en-US" sz="1800" kern="1200" dirty="0"/>
            <a:t>Retrieve the correct register values and any required immediate.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+mj-lt"/>
            <a:buAutoNum type="arabicPeriod"/>
          </a:pPr>
          <a:r>
            <a:rPr lang="en-US" sz="1800" kern="1200"/>
            <a:t>Make the relevant control-facing decisions during execution.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+mj-lt"/>
            <a:buAutoNum type="arabicPeriod"/>
          </a:pPr>
          <a:r>
            <a:rPr lang="en-US" sz="1800" kern="1200" dirty="0"/>
            <a:t>Complete memory access or write-back as required by the instruction.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+mj-lt"/>
            <a:buAutoNum type="arabicPeriod"/>
          </a:pPr>
          <a:r>
            <a:rPr lang="en-US" sz="1800" kern="1200" dirty="0"/>
            <a:t>Confirm the resulting register, memory, and PC changes.</a:t>
          </a:r>
        </a:p>
      </dsp:txBody>
      <dsp:txXfrm>
        <a:off x="0" y="895233"/>
        <a:ext cx="4080880" cy="3261059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5425E6D-B47D-43AF-A520-47121370DE5C}">
      <dsp:nvSpPr>
        <dsp:cNvPr id="0" name=""/>
        <dsp:cNvSpPr/>
      </dsp:nvSpPr>
      <dsp:spPr>
        <a:xfrm>
          <a:off x="0" y="0"/>
          <a:ext cx="4314688" cy="95729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bg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bg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bg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kern="1200" dirty="0"/>
            <a:t>Consent + Screening: </a:t>
          </a:r>
          <a:r>
            <a:rPr lang="en-US" sz="1500" kern="1200" dirty="0"/>
            <a:t>Information Leaflet, Consent Form, Background Questions</a:t>
          </a:r>
        </a:p>
      </dsp:txBody>
      <dsp:txXfrm>
        <a:off x="28038" y="28038"/>
        <a:ext cx="3200802" cy="901218"/>
      </dsp:txXfrm>
    </dsp:sp>
    <dsp:sp modelId="{8DC8B9C4-47E3-44CC-97C5-4275BFACBB4E}">
      <dsp:nvSpPr>
        <dsp:cNvPr id="0" name=""/>
        <dsp:cNvSpPr/>
      </dsp:nvSpPr>
      <dsp:spPr>
        <a:xfrm>
          <a:off x="361355" y="1131347"/>
          <a:ext cx="4314688" cy="95729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bg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bg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bg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kern="1200" dirty="0"/>
            <a:t>Tailored Briefing: </a:t>
          </a:r>
          <a:r>
            <a:rPr lang="en-US" sz="1500" kern="1200" dirty="0"/>
            <a:t>Refresher on assembly, instruction flow, and </a:t>
          </a:r>
          <a:r>
            <a:rPr lang="en-US" sz="1500" kern="1200" dirty="0" err="1"/>
            <a:t>datapath</a:t>
          </a:r>
          <a:r>
            <a:rPr lang="en-US" sz="1500" kern="1200" dirty="0"/>
            <a:t> stages</a:t>
          </a:r>
        </a:p>
      </dsp:txBody>
      <dsp:txXfrm>
        <a:off x="389393" y="1159385"/>
        <a:ext cx="3275016" cy="901218"/>
      </dsp:txXfrm>
    </dsp:sp>
    <dsp:sp modelId="{431766F8-CCBA-4DF6-9582-A6844A097DB6}">
      <dsp:nvSpPr>
        <dsp:cNvPr id="0" name=""/>
        <dsp:cNvSpPr/>
      </dsp:nvSpPr>
      <dsp:spPr>
        <a:xfrm>
          <a:off x="717317" y="2262695"/>
          <a:ext cx="4314688" cy="95729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bg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bg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bg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kern="1200" dirty="0"/>
            <a:t>VR Session: </a:t>
          </a:r>
          <a:r>
            <a:rPr lang="en-US" sz="1500" kern="1200" dirty="0"/>
            <a:t>Complete selected Learning and Practice instructions</a:t>
          </a:r>
        </a:p>
      </dsp:txBody>
      <dsp:txXfrm>
        <a:off x="745355" y="2290733"/>
        <a:ext cx="3280409" cy="901218"/>
      </dsp:txXfrm>
    </dsp:sp>
    <dsp:sp modelId="{A1988539-56C2-4485-B83E-5BFC155B48BB}">
      <dsp:nvSpPr>
        <dsp:cNvPr id="0" name=""/>
        <dsp:cNvSpPr/>
      </dsp:nvSpPr>
      <dsp:spPr>
        <a:xfrm>
          <a:off x="1078672" y="3394043"/>
          <a:ext cx="4314688" cy="95729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bg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bg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bg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kern="1200" dirty="0"/>
            <a:t>Post-session Evaluation: </a:t>
          </a:r>
          <a:r>
            <a:rPr lang="en-US" sz="1500" kern="1200" dirty="0"/>
            <a:t>System Experience ratings, Knowledge Check, and open-ended feedback responses</a:t>
          </a:r>
        </a:p>
      </dsp:txBody>
      <dsp:txXfrm>
        <a:off x="1106710" y="3422081"/>
        <a:ext cx="3275016" cy="901218"/>
      </dsp:txXfrm>
    </dsp:sp>
    <dsp:sp modelId="{B22244E4-A503-41CA-88D4-A01CA5A708BD}">
      <dsp:nvSpPr>
        <dsp:cNvPr id="0" name=""/>
        <dsp:cNvSpPr/>
      </dsp:nvSpPr>
      <dsp:spPr>
        <a:xfrm>
          <a:off x="3692447" y="733200"/>
          <a:ext cx="622241" cy="622241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800" kern="1200"/>
        </a:p>
      </dsp:txBody>
      <dsp:txXfrm>
        <a:off x="3832451" y="733200"/>
        <a:ext cx="342233" cy="468236"/>
      </dsp:txXfrm>
    </dsp:sp>
    <dsp:sp modelId="{F84E7110-2439-4E39-A9FA-C6864AE8AE9C}">
      <dsp:nvSpPr>
        <dsp:cNvPr id="0" name=""/>
        <dsp:cNvSpPr/>
      </dsp:nvSpPr>
      <dsp:spPr>
        <a:xfrm>
          <a:off x="4053802" y="1864548"/>
          <a:ext cx="622241" cy="622241"/>
        </a:xfrm>
        <a:prstGeom prst="downArrow">
          <a:avLst>
            <a:gd name="adj1" fmla="val 55000"/>
            <a:gd name="adj2" fmla="val 45000"/>
          </a:avLst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800" kern="1200"/>
        </a:p>
      </dsp:txBody>
      <dsp:txXfrm>
        <a:off x="4193806" y="1864548"/>
        <a:ext cx="342233" cy="468236"/>
      </dsp:txXfrm>
    </dsp:sp>
    <dsp:sp modelId="{2C6893AF-E5A7-4859-9431-264707FC9925}">
      <dsp:nvSpPr>
        <dsp:cNvPr id="0" name=""/>
        <dsp:cNvSpPr/>
      </dsp:nvSpPr>
      <dsp:spPr>
        <a:xfrm>
          <a:off x="4409764" y="2995896"/>
          <a:ext cx="622241" cy="622241"/>
        </a:xfrm>
        <a:prstGeom prst="downArrow">
          <a:avLst>
            <a:gd name="adj1" fmla="val 55000"/>
            <a:gd name="adj2" fmla="val 45000"/>
          </a:avLst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800" kern="1200"/>
        </a:p>
      </dsp:txBody>
      <dsp:txXfrm>
        <a:off x="4549768" y="2995896"/>
        <a:ext cx="342233" cy="468236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6C7E488-0067-4106-BCB6-41741AB10BA8}">
      <dsp:nvSpPr>
        <dsp:cNvPr id="0" name=""/>
        <dsp:cNvSpPr/>
      </dsp:nvSpPr>
      <dsp:spPr>
        <a:xfrm>
          <a:off x="0" y="1805"/>
          <a:ext cx="10515600" cy="91531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FDB7B0C-35C8-413A-A1F7-5F3834E8443C}">
      <dsp:nvSpPr>
        <dsp:cNvPr id="0" name=""/>
        <dsp:cNvSpPr/>
      </dsp:nvSpPr>
      <dsp:spPr>
        <a:xfrm>
          <a:off x="276881" y="207750"/>
          <a:ext cx="503420" cy="5034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AFA2EBC-E400-4290-82B8-904F5FFC1CBC}">
      <dsp:nvSpPr>
        <dsp:cNvPr id="0" name=""/>
        <dsp:cNvSpPr/>
      </dsp:nvSpPr>
      <dsp:spPr>
        <a:xfrm>
          <a:off x="1057183" y="1805"/>
          <a:ext cx="9458416" cy="915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70" tIns="96870" rIns="96870" bIns="968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The prototype was scoped as a </a:t>
          </a:r>
          <a:r>
            <a:rPr lang="en-US" sz="1700" b="1" kern="1200"/>
            <a:t>single-cycle MIPS learning environment</a:t>
          </a:r>
          <a:r>
            <a:rPr lang="en-US" sz="1700" kern="1200"/>
            <a:t>, not a full architectural simulator, to keep the experience teachable, testable, and stable.</a:t>
          </a:r>
        </a:p>
      </dsp:txBody>
      <dsp:txXfrm>
        <a:off x="1057183" y="1805"/>
        <a:ext cx="9458416" cy="915310"/>
      </dsp:txXfrm>
    </dsp:sp>
    <dsp:sp modelId="{59565A7E-4E83-4BAE-8538-DEE6F8636BE5}">
      <dsp:nvSpPr>
        <dsp:cNvPr id="0" name=""/>
        <dsp:cNvSpPr/>
      </dsp:nvSpPr>
      <dsp:spPr>
        <a:xfrm>
          <a:off x="0" y="1145944"/>
          <a:ext cx="10515600" cy="91531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BC76945-9BA1-4324-956B-EBAD420646EB}">
      <dsp:nvSpPr>
        <dsp:cNvPr id="0" name=""/>
        <dsp:cNvSpPr/>
      </dsp:nvSpPr>
      <dsp:spPr>
        <a:xfrm>
          <a:off x="276881" y="1351889"/>
          <a:ext cx="503420" cy="5034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0CDE9D3-C907-4B70-8B12-E5F4748F99CF}">
      <dsp:nvSpPr>
        <dsp:cNvPr id="0" name=""/>
        <dsp:cNvSpPr/>
      </dsp:nvSpPr>
      <dsp:spPr>
        <a:xfrm>
          <a:off x="1057183" y="1145944"/>
          <a:ext cx="9458416" cy="915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70" tIns="96870" rIns="96870" bIns="968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1" kern="1200"/>
            <a:t>Instruction Decode was narrowed to operand preparation</a:t>
          </a:r>
          <a:r>
            <a:rPr lang="en-US" sz="1700" kern="1200"/>
            <a:t>: learners identify the instruction fields and gather the operands actually read at that stage, while destination selection is deferred to </a:t>
          </a:r>
          <a:r>
            <a:rPr lang="en-US" sz="1700" b="1" kern="1200"/>
            <a:t>Write-Back</a:t>
          </a:r>
          <a:r>
            <a:rPr lang="en-US" sz="1700" kern="1200"/>
            <a:t>.</a:t>
          </a:r>
        </a:p>
      </dsp:txBody>
      <dsp:txXfrm>
        <a:off x="1057183" y="1145944"/>
        <a:ext cx="9458416" cy="915310"/>
      </dsp:txXfrm>
    </dsp:sp>
    <dsp:sp modelId="{16347C97-D32A-430A-AF6F-686F0B3AB209}">
      <dsp:nvSpPr>
        <dsp:cNvPr id="0" name=""/>
        <dsp:cNvSpPr/>
      </dsp:nvSpPr>
      <dsp:spPr>
        <a:xfrm>
          <a:off x="0" y="2290082"/>
          <a:ext cx="10515600" cy="91531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FD790B0-A118-4384-BECD-EBAF6F1F3E13}">
      <dsp:nvSpPr>
        <dsp:cNvPr id="0" name=""/>
        <dsp:cNvSpPr/>
      </dsp:nvSpPr>
      <dsp:spPr>
        <a:xfrm>
          <a:off x="276881" y="2496027"/>
          <a:ext cx="503420" cy="5034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F12A90-6505-47E5-96C3-D71EF7C255DF}">
      <dsp:nvSpPr>
        <dsp:cNvPr id="0" name=""/>
        <dsp:cNvSpPr/>
      </dsp:nvSpPr>
      <dsp:spPr>
        <a:xfrm>
          <a:off x="1057183" y="2290082"/>
          <a:ext cx="9458416" cy="915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70" tIns="96870" rIns="96870" bIns="968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1" kern="1200"/>
            <a:t>Control-signal decisions were distributed across later phases</a:t>
          </a:r>
          <a:r>
            <a:rPr lang="en-US" sz="1700" kern="1200"/>
            <a:t> instead of being fully resolved in Decode, so EX, MEM, and WB each retain meaningful learner interaction rather than becoming passive confirmation steps.</a:t>
          </a:r>
        </a:p>
      </dsp:txBody>
      <dsp:txXfrm>
        <a:off x="1057183" y="2290082"/>
        <a:ext cx="9458416" cy="915310"/>
      </dsp:txXfrm>
    </dsp:sp>
    <dsp:sp modelId="{5D7E3912-459E-4B87-9F71-B7AE199F7C08}">
      <dsp:nvSpPr>
        <dsp:cNvPr id="0" name=""/>
        <dsp:cNvSpPr/>
      </dsp:nvSpPr>
      <dsp:spPr>
        <a:xfrm>
          <a:off x="0" y="3434221"/>
          <a:ext cx="10515600" cy="91531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B79EB1F-F689-4E6C-B425-AF8FA51752CA}">
      <dsp:nvSpPr>
        <dsp:cNvPr id="0" name=""/>
        <dsp:cNvSpPr/>
      </dsp:nvSpPr>
      <dsp:spPr>
        <a:xfrm>
          <a:off x="276881" y="3640166"/>
          <a:ext cx="503420" cy="5034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430C0A6-201E-4F28-8539-7D81B6990BC2}">
      <dsp:nvSpPr>
        <dsp:cNvPr id="0" name=""/>
        <dsp:cNvSpPr/>
      </dsp:nvSpPr>
      <dsp:spPr>
        <a:xfrm>
          <a:off x="1057183" y="3434221"/>
          <a:ext cx="9458416" cy="915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70" tIns="96870" rIns="96870" bIns="968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1" kern="1200"/>
            <a:t>Register selection and value flow were separated</a:t>
          </a:r>
          <a:r>
            <a:rPr lang="en-US" sz="1700" kern="1200"/>
            <a:t>: learners choose physical registers in Decode, while later phases operate on emitted datapackets, making value movement easier to track through the datapath.</a:t>
          </a:r>
        </a:p>
      </dsp:txBody>
      <dsp:txXfrm>
        <a:off x="1057183" y="3434221"/>
        <a:ext cx="9458416" cy="91531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F6FDED-C109-4DBB-92FD-58952A2C7AE0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3E1370-F0BF-4F8C-80F2-0D5B2F8239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84959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C</a:t>
            </a:r>
            <a:r>
              <a:rPr lang="en-US" dirty="0" err="1"/>
              <a:t>omputer</a:t>
            </a:r>
            <a:r>
              <a:rPr lang="en-US" dirty="0"/>
              <a:t> architecture is difficult to learn because many important processes are dynamic, abstract, and invisible during execution.</a:t>
            </a:r>
          </a:p>
          <a:p>
            <a:r>
              <a:rPr lang="en-US" dirty="0"/>
              <a:t>Students often struggled with </a:t>
            </a:r>
            <a:r>
              <a:rPr lang="en-US" dirty="0" err="1"/>
              <a:t>datapath</a:t>
            </a:r>
            <a:r>
              <a:rPr lang="en-US" dirty="0"/>
              <a:t> flow, control signals, and value movement.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3E1370-F0BF-4F8C-80F2-0D5B2F82390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7317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prior VR research suggests immersive interaction can make abstract processes more tangible. prior work in architecture learning exists, but remains relatively limited.</a:t>
            </a:r>
          </a:p>
          <a:p>
            <a:r>
              <a:rPr lang="en-US" dirty="0"/>
              <a:t>immersion alone is not enough, so the system needed clarity, guidance, and careful control of cognitive load.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3E1370-F0BF-4F8C-80F2-0D5B2F82390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81879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T</a:t>
            </a:r>
            <a:r>
              <a:rPr lang="en-US" dirty="0"/>
              <a:t>he experience was designed so learners can decode instructions, trace execution, make correct decisions, predict state changes, compare instruction classes, and eventually complete the flow independently.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3E1370-F0BF-4F8C-80F2-0D5B2F82390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2155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3E1370-F0BF-4F8C-80F2-0D5B2F82390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42612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Participants first read the information material, sign consent, and complete background questions.</a:t>
            </a:r>
            <a:br>
              <a:rPr lang="en-US" dirty="0"/>
            </a:br>
            <a:r>
              <a:rPr lang="en-US" dirty="0"/>
              <a:t>A tailored refresher is then given on assembly, instruction flow, and </a:t>
            </a:r>
            <a:r>
              <a:rPr lang="en-US" dirty="0" err="1"/>
              <a:t>datapath</a:t>
            </a:r>
            <a:r>
              <a:rPr lang="en-US" dirty="0"/>
              <a:t> stages.</a:t>
            </a:r>
            <a:br>
              <a:rPr lang="en-US" dirty="0"/>
            </a:br>
            <a:r>
              <a:rPr lang="en-US" dirty="0"/>
              <a:t>Participants complete selected Learning and Practice instructions in VR with minimal intervention unless genuinely stuck.</a:t>
            </a:r>
            <a:br>
              <a:rPr lang="en-US" dirty="0"/>
            </a:br>
            <a:r>
              <a:rPr lang="en-US" dirty="0"/>
              <a:t>Afterwards, they complete system-experience ratings, a knowledge check, and open-ended feedback, while observation notes are also recorded.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3E1370-F0BF-4F8C-80F2-0D5B2F82390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03271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T</a:t>
            </a:r>
            <a:r>
              <a:rPr lang="en-US" dirty="0"/>
              <a:t>he project’s contribution is a focused VR environment that allows learners to step through </a:t>
            </a:r>
            <a:r>
              <a:rPr lang="en-US" dirty="0" err="1"/>
              <a:t>datapath</a:t>
            </a:r>
            <a:r>
              <a:rPr lang="en-US"/>
              <a:t> execution spatially, physically, and progressively.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3E1370-F0BF-4F8C-80F2-0D5B2F82390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851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70430-ECC0-0FEF-C24F-FC05E97302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BB1446-86CD-1AA6-E566-C8E1AD9A89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1ADF73-5C3C-6469-7C01-51F3CCF1D9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435F35-5D7A-487F-925C-B3A28A34B067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481526-0DD3-1A64-7162-8B4C018E5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8CE075-67B5-E21C-E511-533153D0B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DFFD0-140B-48FC-9D81-0952B598FF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47036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000318-0324-5F87-5417-DD44A06724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72B838-143E-ED33-8C31-C3FF08502D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B3E250-E13E-3967-BEA0-FEF82C1A16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435F35-5D7A-487F-925C-B3A28A34B067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D482F9-E06F-627F-6524-EFFF9E0A4F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43C0C6-7496-8991-BD13-B05E91BB74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DFFD0-140B-48FC-9D81-0952B598FF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53365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D2805-F670-2242-3606-FDC477A8AF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86F814-FB17-4225-9674-1BF3A3D55C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AA7B50-0429-146D-C4B7-987C9A5C6E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435F35-5D7A-487F-925C-B3A28A34B067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D24998-576F-D9D2-90F5-537D4E5D9D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63A5D8-9192-4362-B1AF-D5AB18C2D9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DFFD0-140B-48FC-9D81-0952B598FF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03630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BE0714-D81F-4527-47C3-C32A06E87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BE9EE1-7FDF-98D3-3494-51E9F70F196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235D2D-8A98-4973-E731-4DF101A49A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FC43A1-D422-2150-519F-5E8FEA4583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435F35-5D7A-487F-925C-B3A28A34B067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A8DFCEB-290A-2FB7-0ED6-30508864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272871-3555-864F-9775-CB7B66372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DFFD0-140B-48FC-9D81-0952B598FF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6967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1B234F-DCE3-ADD0-E9E9-6621DFBDCF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77DD64-3052-F208-60CD-ED3D3537C3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C50A9B-DAAC-FFDE-2BAB-CEA49544B6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A8B0824-33E6-0040-5132-5A6E85A0258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4670DD3-B8AF-8234-2044-130F876A1A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11A27EF-4EF5-CDD7-514C-244C451143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435F35-5D7A-487F-925C-B3A28A34B067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813EDC2-6F0C-D546-9AC3-4236C855C1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CEA4EA1-14CE-46CB-24DB-C6B76E021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DFFD0-140B-48FC-9D81-0952B598FF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06724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19685-51E4-278C-D014-5570BF61E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1A6CD04-FB5F-BF00-1814-1D19168B3B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435F35-5D7A-487F-925C-B3A28A34B067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FBBEF5-842D-E3D2-8371-6EDA91508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96E4B3-BBE6-3119-744A-B96762C93E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DFFD0-140B-48FC-9D81-0952B598FF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4042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017DB46-22AE-96B1-BEAC-E0C6D0EDC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435F35-5D7A-487F-925C-B3A28A34B067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3926E6D-B1CC-7854-57D6-4C44404133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55570B-6F10-D346-A496-41FE450D7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DFFD0-140B-48FC-9D81-0952B598FF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23558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2D4D6-69C4-4D23-27D6-1B8F0EAB92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A86D50-E1E1-F235-BF42-0F21F61120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8EC612-CDC5-8D29-8925-BF06B42FA1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7DD320-0954-824E-DEC0-6648C1345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435F35-5D7A-487F-925C-B3A28A34B067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BA9AC8-8F33-0621-11A7-958189A83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C40F12-06C5-F35A-EDEA-EDF5FC9258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DFFD0-140B-48FC-9D81-0952B598FF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2084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D35127-C885-26D4-928C-03946D93E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0FFAF94-7340-0B21-47E7-EBEE57AC517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03DFC7-5F55-3D34-2A1C-6662D09BFB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D40EC5-7BBA-2905-DF92-E642AD049E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435F35-5D7A-487F-925C-B3A28A34B067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D05CFA-6721-592D-16F6-4E8F5BE29D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F70337-FEDE-C2FD-74EB-2AF668467B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DFFD0-140B-48FC-9D81-0952B598FF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00113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00D802-2E29-6FFC-B24A-E36831CA1C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801B3E-1401-C3D3-2CBC-F7FC06F206A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06FDA4-D6DB-F158-B320-0D214BCCE2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435F35-5D7A-487F-925C-B3A28A34B067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3C68A7-0FBF-8BBD-974C-E716C175D7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F81C65-19B8-786B-6F6A-F61541643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DFFD0-140B-48FC-9D81-0952B598FF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39263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4340F9F-25E9-B2A5-7868-A0CD4AFF56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E8148F-9E29-E036-EF45-E930983556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61B360-DA94-1F32-84B2-BAA956E269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435F35-5D7A-487F-925C-B3A28A34B067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6DC75B-0345-47BB-92FF-7B1EA7879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076A24-45AC-D2A0-72CB-4F093424DE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DFFD0-140B-48FC-9D81-0952B598FF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753404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71" t="3974" r="3958" b="558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4900" y="525798"/>
            <a:ext cx="4027200" cy="80725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4899" y="3715200"/>
            <a:ext cx="10001252" cy="554850"/>
          </a:xfrm>
        </p:spPr>
        <p:txBody>
          <a:bodyPr/>
          <a:lstStyle>
            <a:lvl1pPr algn="l">
              <a:defRPr sz="42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52649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88EF9FB-343D-71DA-A4E5-571AD61CE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1EB79D-FD6A-10E4-00B3-CC9F45CCC8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9BC3CF-DD6E-CD79-55AC-83AD9F3F4B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435F35-5D7A-487F-925C-B3A28A34B067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E8C2ED-39B6-C116-DE8F-78288FEA15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FA7696-2C8F-91C3-1143-2B7D6FD512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6DFFD0-140B-48FC-9D81-0952B598FF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34780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7" Type="http://schemas.openxmlformats.org/officeDocument/2006/relationships/image" Target="../media/image10.png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8" Type="http://schemas.microsoft.com/office/2007/relationships/diagramDrawing" Target="../diagrams/drawing4.xml"/><Relationship Id="rId3" Type="http://schemas.openxmlformats.org/officeDocument/2006/relationships/image" Target="../media/image12.jpeg"/><Relationship Id="rId7" Type="http://schemas.openxmlformats.org/officeDocument/2006/relationships/diagramColors" Target="../diagrams/colors4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4.xml"/><Relationship Id="rId5" Type="http://schemas.openxmlformats.org/officeDocument/2006/relationships/diagramLayout" Target="../diagrams/layout4.xml"/><Relationship Id="rId4" Type="http://schemas.openxmlformats.org/officeDocument/2006/relationships/diagramData" Target="../diagrams/data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noProof="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3FAE4B4-DCA2-2F12-6CA3-2C0F1B431BD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l="11175" r="1269" b="-1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71206AF-E3C2-D753-9FFA-0F4B4F6106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2900518"/>
          </a:xfrm>
        </p:spPr>
        <p:txBody>
          <a:bodyPr>
            <a:normAutofit/>
          </a:bodyPr>
          <a:lstStyle/>
          <a:p>
            <a:r>
              <a:rPr lang="en-IN" sz="5600" b="1" noProof="0" dirty="0">
                <a:solidFill>
                  <a:srgbClr val="FFFFFF"/>
                </a:solidFill>
              </a:rPr>
              <a:t>Creating Novel Virtual Reality Interfaces for Teaching Computer Architecture</a:t>
            </a:r>
            <a:endParaRPr lang="en-IN" sz="5600" noProof="0" dirty="0">
              <a:solidFill>
                <a:srgbClr val="FFFFFF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561D880-1C91-219D-0073-77361C3779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9404"/>
            <a:ext cx="9144000" cy="1500732"/>
          </a:xfrm>
        </p:spPr>
        <p:txBody>
          <a:bodyPr>
            <a:normAutofit/>
          </a:bodyPr>
          <a:lstStyle/>
          <a:p>
            <a:r>
              <a:rPr lang="en-IN" sz="1700" noProof="0" dirty="0">
                <a:solidFill>
                  <a:srgbClr val="FFFFFF"/>
                </a:solidFill>
              </a:rPr>
              <a:t>Priyansh Nayak</a:t>
            </a:r>
          </a:p>
          <a:p>
            <a:r>
              <a:rPr lang="en-IN" sz="1700" noProof="0" dirty="0">
                <a:solidFill>
                  <a:srgbClr val="FFFFFF"/>
                </a:solidFill>
              </a:rPr>
              <a:t>Supervisor: Gareth W. Young</a:t>
            </a:r>
          </a:p>
          <a:p>
            <a:r>
              <a:rPr lang="en-IN" sz="1700" noProof="0" dirty="0">
                <a:solidFill>
                  <a:srgbClr val="FFFFFF"/>
                </a:solidFill>
              </a:rPr>
              <a:t>MSc Computer Science - Augmented and Virtual Reality</a:t>
            </a:r>
          </a:p>
          <a:p>
            <a:r>
              <a:rPr lang="en-IN" sz="1700" dirty="0">
                <a:solidFill>
                  <a:srgbClr val="FFFFFF"/>
                </a:solidFill>
              </a:rPr>
              <a:t>Trinity College Dublin</a:t>
            </a:r>
            <a:endParaRPr lang="en-IN" sz="1700" noProof="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5058485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0288C6B4-AFC3-407F-A595-EFFD38D4C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noProof="0" dirty="0"/>
          </a:p>
        </p:txBody>
      </p:sp>
      <p:sp useBgFill="1">
        <p:nvSpPr>
          <p:cNvPr id="16" name="Freeform: Shape 15">
            <a:extLst>
              <a:ext uri="{FF2B5EF4-FFF2-40B4-BE49-F238E27FC236}">
                <a16:creationId xmlns:a16="http://schemas.microsoft.com/office/drawing/2014/main" id="{CF236821-17FE-429B-8D2C-08E13A64EA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455673" cy="6858000"/>
          </a:xfrm>
          <a:custGeom>
            <a:avLst/>
            <a:gdLst>
              <a:gd name="connsiteX0" fmla="*/ 0 w 4455673"/>
              <a:gd name="connsiteY0" fmla="*/ 0 h 6858000"/>
              <a:gd name="connsiteX1" fmla="*/ 3242695 w 4455673"/>
              <a:gd name="connsiteY1" fmla="*/ 0 h 6858000"/>
              <a:gd name="connsiteX2" fmla="*/ 3305678 w 4455673"/>
              <a:gd name="connsiteY2" fmla="*/ 69271 h 6858000"/>
              <a:gd name="connsiteX3" fmla="*/ 4455673 w 4455673"/>
              <a:gd name="connsiteY3" fmla="*/ 3429000 h 6858000"/>
              <a:gd name="connsiteX4" fmla="*/ 3305678 w 4455673"/>
              <a:gd name="connsiteY4" fmla="*/ 6788730 h 6858000"/>
              <a:gd name="connsiteX5" fmla="*/ 3242695 w 4455673"/>
              <a:gd name="connsiteY5" fmla="*/ 6858000 h 6858000"/>
              <a:gd name="connsiteX6" fmla="*/ 0 w 4455673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55673" h="6858000">
                <a:moveTo>
                  <a:pt x="0" y="0"/>
                </a:moveTo>
                <a:lnTo>
                  <a:pt x="3242695" y="0"/>
                </a:lnTo>
                <a:lnTo>
                  <a:pt x="3305678" y="69271"/>
                </a:lnTo>
                <a:cubicBezTo>
                  <a:pt x="4016204" y="929100"/>
                  <a:pt x="4455673" y="2116944"/>
                  <a:pt x="4455673" y="3429000"/>
                </a:cubicBezTo>
                <a:cubicBezTo>
                  <a:pt x="4455673" y="4741056"/>
                  <a:pt x="4016204" y="5928900"/>
                  <a:pt x="3305678" y="6788730"/>
                </a:cubicBezTo>
                <a:lnTo>
                  <a:pt x="3242695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8" name="Freeform: Shape 17">
            <a:extLst>
              <a:ext uri="{FF2B5EF4-FFF2-40B4-BE49-F238E27FC236}">
                <a16:creationId xmlns:a16="http://schemas.microsoft.com/office/drawing/2014/main" id="{C0BDBCD2-E081-43AB-9119-C55465E59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446529" cy="6858000"/>
          </a:xfrm>
          <a:custGeom>
            <a:avLst/>
            <a:gdLst>
              <a:gd name="connsiteX0" fmla="*/ 0 w 4446529"/>
              <a:gd name="connsiteY0" fmla="*/ 0 h 6858000"/>
              <a:gd name="connsiteX1" fmla="*/ 3233551 w 4446529"/>
              <a:gd name="connsiteY1" fmla="*/ 0 h 6858000"/>
              <a:gd name="connsiteX2" fmla="*/ 3296534 w 4446529"/>
              <a:gd name="connsiteY2" fmla="*/ 69271 h 6858000"/>
              <a:gd name="connsiteX3" fmla="*/ 4446529 w 4446529"/>
              <a:gd name="connsiteY3" fmla="*/ 3429000 h 6858000"/>
              <a:gd name="connsiteX4" fmla="*/ 3296534 w 4446529"/>
              <a:gd name="connsiteY4" fmla="*/ 6788730 h 6858000"/>
              <a:gd name="connsiteX5" fmla="*/ 3233551 w 4446529"/>
              <a:gd name="connsiteY5" fmla="*/ 6858000 h 6858000"/>
              <a:gd name="connsiteX6" fmla="*/ 0 w 444652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6529" h="6858000">
                <a:moveTo>
                  <a:pt x="0" y="0"/>
                </a:moveTo>
                <a:lnTo>
                  <a:pt x="3233551" y="0"/>
                </a:lnTo>
                <a:lnTo>
                  <a:pt x="3296534" y="69271"/>
                </a:lnTo>
                <a:cubicBezTo>
                  <a:pt x="4007060" y="929100"/>
                  <a:pt x="4446529" y="2116944"/>
                  <a:pt x="4446529" y="3429000"/>
                </a:cubicBezTo>
                <a:cubicBezTo>
                  <a:pt x="4446529" y="4741056"/>
                  <a:pt x="4007060" y="5928900"/>
                  <a:pt x="3296534" y="6788730"/>
                </a:cubicBezTo>
                <a:lnTo>
                  <a:pt x="3233551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190C4DC-31B0-0F03-6BB4-A21A0F9ABB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016" y="1161288"/>
            <a:ext cx="4151376" cy="1239012"/>
          </a:xfrm>
        </p:spPr>
        <p:txBody>
          <a:bodyPr anchor="ctr">
            <a:normAutofit/>
          </a:bodyPr>
          <a:lstStyle/>
          <a:p>
            <a:r>
              <a:rPr lang="en-IN" sz="2600" noProof="0" dirty="0"/>
              <a:t>Why Computer Architecture Is Difficult to Learn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8E79BE4-34FE-485A-98A5-92CE8F7C47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426546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noProof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A5F0580-5EE9-419F-96EE-B6529EF6E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5893" y="2443480"/>
            <a:ext cx="338328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DE582F-CA9D-FEAE-30CF-B530E00137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016" y="2504948"/>
            <a:ext cx="3941064" cy="4115308"/>
          </a:xfrm>
        </p:spPr>
        <p:txBody>
          <a:bodyPr anchor="t">
            <a:normAutofit fontScale="92500" lnSpcReduction="10000"/>
          </a:bodyPr>
          <a:lstStyle/>
          <a:p>
            <a:pPr marL="0" indent="0">
              <a:buNone/>
            </a:pPr>
            <a:r>
              <a:rPr lang="en-IN" sz="1800" b="1" noProof="0" dirty="0"/>
              <a:t>Computer architecture is difficult to learn because its key processes are largely invisible:</a:t>
            </a:r>
            <a:endParaRPr lang="en-IN" sz="1800" noProof="0" dirty="0"/>
          </a:p>
          <a:p>
            <a:r>
              <a:rPr lang="en-IN" sz="1800" noProof="0" dirty="0"/>
              <a:t>Students must understand how registers, control signals, the ALU, memory, and the program counter work together during instruction execution.</a:t>
            </a:r>
          </a:p>
          <a:p>
            <a:r>
              <a:rPr lang="en-IN" sz="1800" noProof="0" dirty="0"/>
              <a:t>These processes are dynamic and abstract, yet they are often taught using static, two-dimensional diagrams.</a:t>
            </a:r>
          </a:p>
          <a:p>
            <a:r>
              <a:rPr lang="en-IN" sz="1800" noProof="0" dirty="0"/>
              <a:t>Traditional tools may help students reach the correct answer but often do less to build an intuitive understanding of how information flows through the processor.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019F3BE-1FF3-5F44-D3D3-47D4C9180A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69204" y="841248"/>
            <a:ext cx="6785968" cy="5276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08162"/>
      </p:ext>
    </p:extLst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55A2079-FA98-4876-80F0-72364A7D2E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D1A3845-C172-13F2-4BAC-D5EDEBACE5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7188"/>
            <a:ext cx="10515600" cy="1133499"/>
          </a:xfrm>
        </p:spPr>
        <p:txBody>
          <a:bodyPr>
            <a:normAutofit/>
          </a:bodyPr>
          <a:lstStyle/>
          <a:p>
            <a:pPr algn="ctr"/>
            <a:r>
              <a:rPr lang="en-IN" noProof="0" dirty="0"/>
              <a:t>Existing Research and Design Implications</a:t>
            </a:r>
            <a:endParaRPr lang="en-IN" noProof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138AA4A-3859-7E32-1BC4-B12D64FF546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275029"/>
              </p:ext>
            </p:extLst>
          </p:nvPr>
        </p:nvGraphicFramePr>
        <p:xfrm>
          <a:off x="838200" y="1828800"/>
          <a:ext cx="10515600" cy="47930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515910268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F68230-23A6-C4DD-ABC6-49480962A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600"/>
              <a:t>Research Question and Learning Outcomes</a:t>
            </a:r>
            <a:endParaRPr lang="en-US" sz="4600" dirty="0"/>
          </a:p>
        </p:txBody>
      </p:sp>
      <p:sp>
        <p:nvSpPr>
          <p:cNvPr id="15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sX0" fmla="*/ 0 w 10853928"/>
              <a:gd name="csY0" fmla="*/ 0 h 18288"/>
              <a:gd name="csX1" fmla="*/ 461292 w 10853928"/>
              <a:gd name="csY1" fmla="*/ 0 h 18288"/>
              <a:gd name="csX2" fmla="*/ 1139662 w 10853928"/>
              <a:gd name="csY2" fmla="*/ 0 h 18288"/>
              <a:gd name="csX3" fmla="*/ 1926572 w 10853928"/>
              <a:gd name="csY3" fmla="*/ 0 h 18288"/>
              <a:gd name="csX4" fmla="*/ 2279325 w 10853928"/>
              <a:gd name="csY4" fmla="*/ 0 h 18288"/>
              <a:gd name="csX5" fmla="*/ 2632078 w 10853928"/>
              <a:gd name="csY5" fmla="*/ 0 h 18288"/>
              <a:gd name="csX6" fmla="*/ 3527527 w 10853928"/>
              <a:gd name="csY6" fmla="*/ 0 h 18288"/>
              <a:gd name="csX7" fmla="*/ 4205897 w 10853928"/>
              <a:gd name="csY7" fmla="*/ 0 h 18288"/>
              <a:gd name="csX8" fmla="*/ 4558650 w 10853928"/>
              <a:gd name="csY8" fmla="*/ 0 h 18288"/>
              <a:gd name="csX9" fmla="*/ 5237020 w 10853928"/>
              <a:gd name="csY9" fmla="*/ 0 h 18288"/>
              <a:gd name="csX10" fmla="*/ 6132469 w 10853928"/>
              <a:gd name="csY10" fmla="*/ 0 h 18288"/>
              <a:gd name="csX11" fmla="*/ 6702301 w 10853928"/>
              <a:gd name="csY11" fmla="*/ 0 h 18288"/>
              <a:gd name="csX12" fmla="*/ 7272132 w 10853928"/>
              <a:gd name="csY12" fmla="*/ 0 h 18288"/>
              <a:gd name="csX13" fmla="*/ 7950502 w 10853928"/>
              <a:gd name="csY13" fmla="*/ 0 h 18288"/>
              <a:gd name="csX14" fmla="*/ 8737412 w 10853928"/>
              <a:gd name="csY14" fmla="*/ 0 h 18288"/>
              <a:gd name="csX15" fmla="*/ 9524322 w 10853928"/>
              <a:gd name="csY15" fmla="*/ 0 h 18288"/>
              <a:gd name="csX16" fmla="*/ 10853928 w 10853928"/>
              <a:gd name="csY16" fmla="*/ 0 h 18288"/>
              <a:gd name="csX17" fmla="*/ 10853928 w 10853928"/>
              <a:gd name="csY17" fmla="*/ 18288 h 18288"/>
              <a:gd name="csX18" fmla="*/ 10392636 w 10853928"/>
              <a:gd name="csY18" fmla="*/ 18288 h 18288"/>
              <a:gd name="csX19" fmla="*/ 9497187 w 10853928"/>
              <a:gd name="csY19" fmla="*/ 18288 h 18288"/>
              <a:gd name="csX20" fmla="*/ 8818817 w 10853928"/>
              <a:gd name="csY20" fmla="*/ 18288 h 18288"/>
              <a:gd name="csX21" fmla="*/ 8466064 w 10853928"/>
              <a:gd name="csY21" fmla="*/ 18288 h 18288"/>
              <a:gd name="csX22" fmla="*/ 7787693 w 10853928"/>
              <a:gd name="csY22" fmla="*/ 18288 h 18288"/>
              <a:gd name="csX23" fmla="*/ 7217862 w 10853928"/>
              <a:gd name="csY23" fmla="*/ 18288 h 18288"/>
              <a:gd name="csX24" fmla="*/ 6648031 w 10853928"/>
              <a:gd name="csY24" fmla="*/ 18288 h 18288"/>
              <a:gd name="csX25" fmla="*/ 6078200 w 10853928"/>
              <a:gd name="csY25" fmla="*/ 18288 h 18288"/>
              <a:gd name="csX26" fmla="*/ 5508368 w 10853928"/>
              <a:gd name="csY26" fmla="*/ 18288 h 18288"/>
              <a:gd name="csX27" fmla="*/ 4721459 w 10853928"/>
              <a:gd name="csY27" fmla="*/ 18288 h 18288"/>
              <a:gd name="csX28" fmla="*/ 4043088 w 10853928"/>
              <a:gd name="csY28" fmla="*/ 18288 h 18288"/>
              <a:gd name="csX29" fmla="*/ 3690336 w 10853928"/>
              <a:gd name="csY29" fmla="*/ 18288 h 18288"/>
              <a:gd name="csX30" fmla="*/ 3120504 w 10853928"/>
              <a:gd name="csY30" fmla="*/ 18288 h 18288"/>
              <a:gd name="csX31" fmla="*/ 2333595 w 10853928"/>
              <a:gd name="csY31" fmla="*/ 18288 h 18288"/>
              <a:gd name="csX32" fmla="*/ 1872303 w 10853928"/>
              <a:gd name="csY32" fmla="*/ 18288 h 18288"/>
              <a:gd name="csX33" fmla="*/ 976854 w 10853928"/>
              <a:gd name="csY33" fmla="*/ 18288 h 18288"/>
              <a:gd name="csX34" fmla="*/ 0 w 10853928"/>
              <a:gd name="csY34" fmla="*/ 18288 h 18288"/>
              <a:gd name="csX35" fmla="*/ 0 w 10853928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F79DDE-3D12-486B-B044-CD9AE5DCC3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3"/>
            <a:ext cx="10684764" cy="4563491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2400" b="1" i="1" dirty="0"/>
              <a:t>“To what extent does an immersive virtual reality-based learning environment improve students' understanding of abstract computer architecture concepts compared to traditional teaching methods?”</a:t>
            </a:r>
          </a:p>
          <a:p>
            <a:pPr marL="0" indent="0">
              <a:buNone/>
            </a:pPr>
            <a:r>
              <a:rPr lang="en-US" sz="2400" dirty="0"/>
              <a:t>By completing the experience, learners should be able to: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Decode the relevant fields of a supported single-cycle MIPS instruction.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Explain the role of the major </a:t>
            </a:r>
            <a:r>
              <a:rPr lang="en-US" sz="2400" dirty="0" err="1"/>
              <a:t>datapath</a:t>
            </a:r>
            <a:r>
              <a:rPr lang="en-US" sz="2400" dirty="0"/>
              <a:t> components involved in instruction execution.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Trace an instruction and its data through the major stages of a single-cycle </a:t>
            </a:r>
            <a:r>
              <a:rPr lang="en-US" sz="2400" dirty="0" err="1"/>
              <a:t>datapath</a:t>
            </a:r>
            <a:r>
              <a:rPr lang="en-US" sz="2400" dirty="0"/>
              <a:t>.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Select the correct operands and control-facing choices needed to execute an instruction.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Predict the architectural state changes caused by a supported instruction.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Compare how different instruction classes change </a:t>
            </a:r>
            <a:r>
              <a:rPr lang="en-US" sz="2400" dirty="0" err="1"/>
              <a:t>datapath</a:t>
            </a:r>
            <a:r>
              <a:rPr lang="en-US" sz="2400" dirty="0"/>
              <a:t> behavior.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Complete a supported instruction walkthrough with reduced or no guidance.</a:t>
            </a:r>
          </a:p>
        </p:txBody>
      </p:sp>
    </p:spTree>
    <p:extLst>
      <p:ext uri="{BB962C8B-B14F-4D97-AF65-F5344CB8AC3E}">
        <p14:creationId xmlns:p14="http://schemas.microsoft.com/office/powerpoint/2010/main" val="394501649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C9A36457-A5F4-4103-A443-02581C0918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DC5FB7E8-B636-40FA-BE8D-48145C0F5C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"/>
            <a:ext cx="12192000" cy="2295238"/>
          </a:xfrm>
          <a:custGeom>
            <a:avLst/>
            <a:gdLst>
              <a:gd name="connsiteX0" fmla="*/ 12160143 w 12192000"/>
              <a:gd name="connsiteY0" fmla="*/ 831692 h 2079137"/>
              <a:gd name="connsiteX1" fmla="*/ 12159112 w 12192000"/>
              <a:gd name="connsiteY1" fmla="*/ 833361 h 2079137"/>
              <a:gd name="connsiteX2" fmla="*/ 12158912 w 12192000"/>
              <a:gd name="connsiteY2" fmla="*/ 832430 h 2079137"/>
              <a:gd name="connsiteX3" fmla="*/ 0 w 12192000"/>
              <a:gd name="connsiteY3" fmla="*/ 0 h 2079137"/>
              <a:gd name="connsiteX4" fmla="*/ 12192000 w 12192000"/>
              <a:gd name="connsiteY4" fmla="*/ 0 h 2079137"/>
              <a:gd name="connsiteX5" fmla="*/ 12192000 w 12192000"/>
              <a:gd name="connsiteY5" fmla="*/ 558063 h 2079137"/>
              <a:gd name="connsiteX6" fmla="*/ 12189259 w 12192000"/>
              <a:gd name="connsiteY6" fmla="*/ 810508 h 2079137"/>
              <a:gd name="connsiteX7" fmla="*/ 12170847 w 12192000"/>
              <a:gd name="connsiteY7" fmla="*/ 825280 h 2079137"/>
              <a:gd name="connsiteX8" fmla="*/ 12160143 w 12192000"/>
              <a:gd name="connsiteY8" fmla="*/ 831692 h 2079137"/>
              <a:gd name="connsiteX9" fmla="*/ 12163806 w 12192000"/>
              <a:gd name="connsiteY9" fmla="*/ 825759 h 2079137"/>
              <a:gd name="connsiteX10" fmla="*/ 12056557 w 12192000"/>
              <a:gd name="connsiteY10" fmla="*/ 810176 h 2079137"/>
              <a:gd name="connsiteX11" fmla="*/ 11900316 w 12192000"/>
              <a:gd name="connsiteY11" fmla="*/ 789618 h 2079137"/>
              <a:gd name="connsiteX12" fmla="*/ 11791206 w 12192000"/>
              <a:gd name="connsiteY12" fmla="*/ 824176 h 2079137"/>
              <a:gd name="connsiteX13" fmla="*/ 11659257 w 12192000"/>
              <a:gd name="connsiteY13" fmla="*/ 800841 h 2079137"/>
              <a:gd name="connsiteX14" fmla="*/ 11569789 w 12192000"/>
              <a:gd name="connsiteY14" fmla="*/ 797135 h 2079137"/>
              <a:gd name="connsiteX15" fmla="*/ 11367885 w 12192000"/>
              <a:gd name="connsiteY15" fmla="*/ 791985 h 2079137"/>
              <a:gd name="connsiteX16" fmla="*/ 11174663 w 12192000"/>
              <a:gd name="connsiteY16" fmla="*/ 788721 h 2079137"/>
              <a:gd name="connsiteX17" fmla="*/ 11068220 w 12192000"/>
              <a:gd name="connsiteY17" fmla="*/ 786994 h 2079137"/>
              <a:gd name="connsiteX18" fmla="*/ 10893266 w 12192000"/>
              <a:gd name="connsiteY18" fmla="*/ 794013 h 2079137"/>
              <a:gd name="connsiteX19" fmla="*/ 10844025 w 12192000"/>
              <a:gd name="connsiteY19" fmla="*/ 789857 h 2079137"/>
              <a:gd name="connsiteX20" fmla="*/ 10814353 w 12192000"/>
              <a:gd name="connsiteY20" fmla="*/ 789010 h 2079137"/>
              <a:gd name="connsiteX21" fmla="*/ 10748393 w 12192000"/>
              <a:gd name="connsiteY21" fmla="*/ 806738 h 2079137"/>
              <a:gd name="connsiteX22" fmla="*/ 10468256 w 12192000"/>
              <a:gd name="connsiteY22" fmla="*/ 778733 h 2079137"/>
              <a:gd name="connsiteX23" fmla="*/ 10256131 w 12192000"/>
              <a:gd name="connsiteY23" fmla="*/ 788332 h 2079137"/>
              <a:gd name="connsiteX24" fmla="*/ 10177442 w 12192000"/>
              <a:gd name="connsiteY24" fmla="*/ 777371 h 2079137"/>
              <a:gd name="connsiteX25" fmla="*/ 10006086 w 12192000"/>
              <a:gd name="connsiteY25" fmla="*/ 792651 h 2079137"/>
              <a:gd name="connsiteX26" fmla="*/ 9952382 w 12192000"/>
              <a:gd name="connsiteY26" fmla="*/ 815411 h 2079137"/>
              <a:gd name="connsiteX27" fmla="*/ 9926457 w 12192000"/>
              <a:gd name="connsiteY27" fmla="*/ 827295 h 2079137"/>
              <a:gd name="connsiteX28" fmla="*/ 9843405 w 12192000"/>
              <a:gd name="connsiteY28" fmla="*/ 867046 h 2079137"/>
              <a:gd name="connsiteX29" fmla="*/ 9830866 w 12192000"/>
              <a:gd name="connsiteY29" fmla="*/ 875047 h 2079137"/>
              <a:gd name="connsiteX30" fmla="*/ 9801807 w 12192000"/>
              <a:gd name="connsiteY30" fmla="*/ 872272 h 2079137"/>
              <a:gd name="connsiteX31" fmla="*/ 9785653 w 12192000"/>
              <a:gd name="connsiteY31" fmla="*/ 861743 h 2079137"/>
              <a:gd name="connsiteX32" fmla="*/ 9781177 w 12192000"/>
              <a:gd name="connsiteY32" fmla="*/ 864820 h 2079137"/>
              <a:gd name="connsiteX33" fmla="*/ 9768640 w 12192000"/>
              <a:gd name="connsiteY33" fmla="*/ 869379 h 2079137"/>
              <a:gd name="connsiteX34" fmla="*/ 9712211 w 12192000"/>
              <a:gd name="connsiteY34" fmla="*/ 900283 h 2079137"/>
              <a:gd name="connsiteX35" fmla="*/ 9689465 w 12192000"/>
              <a:gd name="connsiteY35" fmla="*/ 899268 h 2079137"/>
              <a:gd name="connsiteX36" fmla="*/ 9600339 w 12192000"/>
              <a:gd name="connsiteY36" fmla="*/ 922112 h 2079137"/>
              <a:gd name="connsiteX37" fmla="*/ 9582850 w 12192000"/>
              <a:gd name="connsiteY37" fmla="*/ 925510 h 2079137"/>
              <a:gd name="connsiteX38" fmla="*/ 9549638 w 12192000"/>
              <a:gd name="connsiteY38" fmla="*/ 940845 h 2079137"/>
              <a:gd name="connsiteX39" fmla="*/ 9539471 w 12192000"/>
              <a:gd name="connsiteY39" fmla="*/ 941799 h 2079137"/>
              <a:gd name="connsiteX40" fmla="*/ 9505592 w 12192000"/>
              <a:gd name="connsiteY40" fmla="*/ 955533 h 2079137"/>
              <a:gd name="connsiteX41" fmla="*/ 9432569 w 12192000"/>
              <a:gd name="connsiteY41" fmla="*/ 985377 h 2079137"/>
              <a:gd name="connsiteX42" fmla="*/ 9414216 w 12192000"/>
              <a:gd name="connsiteY42" fmla="*/ 992655 h 2079137"/>
              <a:gd name="connsiteX43" fmla="*/ 9397106 w 12192000"/>
              <a:gd name="connsiteY43" fmla="*/ 992980 h 2079137"/>
              <a:gd name="connsiteX44" fmla="*/ 9305108 w 12192000"/>
              <a:gd name="connsiteY44" fmla="*/ 1007767 h 2079137"/>
              <a:gd name="connsiteX45" fmla="*/ 9282434 w 12192000"/>
              <a:gd name="connsiteY45" fmla="*/ 1007523 h 2079137"/>
              <a:gd name="connsiteX46" fmla="*/ 9271941 w 12192000"/>
              <a:gd name="connsiteY46" fmla="*/ 1002839 h 2079137"/>
              <a:gd name="connsiteX47" fmla="*/ 9238227 w 12192000"/>
              <a:gd name="connsiteY47" fmla="*/ 1017668 h 2079137"/>
              <a:gd name="connsiteX48" fmla="*/ 9184265 w 12192000"/>
              <a:gd name="connsiteY48" fmla="*/ 1031275 h 2079137"/>
              <a:gd name="connsiteX49" fmla="*/ 9159000 w 12192000"/>
              <a:gd name="connsiteY49" fmla="*/ 1039569 h 2079137"/>
              <a:gd name="connsiteX50" fmla="*/ 9137031 w 12192000"/>
              <a:gd name="connsiteY50" fmla="*/ 1038699 h 2079137"/>
              <a:gd name="connsiteX51" fmla="*/ 9015702 w 12192000"/>
              <a:gd name="connsiteY51" fmla="*/ 1051400 h 2079137"/>
              <a:gd name="connsiteX52" fmla="*/ 8971403 w 12192000"/>
              <a:gd name="connsiteY52" fmla="*/ 1040542 h 2079137"/>
              <a:gd name="connsiteX53" fmla="*/ 8961826 w 12192000"/>
              <a:gd name="connsiteY53" fmla="*/ 1045364 h 2079137"/>
              <a:gd name="connsiteX54" fmla="*/ 8888623 w 12192000"/>
              <a:gd name="connsiteY54" fmla="*/ 1053908 h 2079137"/>
              <a:gd name="connsiteX55" fmla="*/ 8841066 w 12192000"/>
              <a:gd name="connsiteY55" fmla="*/ 1060421 h 2079137"/>
              <a:gd name="connsiteX56" fmla="*/ 8752342 w 12192000"/>
              <a:gd name="connsiteY56" fmla="*/ 1080646 h 2079137"/>
              <a:gd name="connsiteX57" fmla="*/ 8699139 w 12192000"/>
              <a:gd name="connsiteY57" fmla="*/ 1087885 h 2079137"/>
              <a:gd name="connsiteX58" fmla="*/ 8667273 w 12192000"/>
              <a:gd name="connsiteY58" fmla="*/ 1092062 h 2079137"/>
              <a:gd name="connsiteX59" fmla="*/ 8586064 w 12192000"/>
              <a:gd name="connsiteY59" fmla="*/ 1114603 h 2079137"/>
              <a:gd name="connsiteX60" fmla="*/ 8460312 w 12192000"/>
              <a:gd name="connsiteY60" fmla="*/ 1179878 h 2079137"/>
              <a:gd name="connsiteX61" fmla="*/ 8419023 w 12192000"/>
              <a:gd name="connsiteY61" fmla="*/ 1191748 h 2079137"/>
              <a:gd name="connsiteX62" fmla="*/ 8410939 w 12192000"/>
              <a:gd name="connsiteY62" fmla="*/ 1189696 h 2079137"/>
              <a:gd name="connsiteX63" fmla="*/ 8362040 w 12192000"/>
              <a:gd name="connsiteY63" fmla="*/ 1220820 h 2079137"/>
              <a:gd name="connsiteX64" fmla="*/ 8273677 w 12192000"/>
              <a:gd name="connsiteY64" fmla="*/ 1236495 h 2079137"/>
              <a:gd name="connsiteX65" fmla="*/ 8204283 w 12192000"/>
              <a:gd name="connsiteY65" fmla="*/ 1243537 h 2079137"/>
              <a:gd name="connsiteX66" fmla="*/ 8166550 w 12192000"/>
              <a:gd name="connsiteY66" fmla="*/ 1249551 h 2079137"/>
              <a:gd name="connsiteX67" fmla="*/ 8137785 w 12192000"/>
              <a:gd name="connsiteY67" fmla="*/ 1251636 h 2079137"/>
              <a:gd name="connsiteX68" fmla="*/ 8071596 w 12192000"/>
              <a:gd name="connsiteY68" fmla="*/ 1269274 h 2079137"/>
              <a:gd name="connsiteX69" fmla="*/ 7964816 w 12192000"/>
              <a:gd name="connsiteY69" fmla="*/ 1303668 h 2079137"/>
              <a:gd name="connsiteX70" fmla="*/ 7941495 w 12192000"/>
              <a:gd name="connsiteY70" fmla="*/ 1309821 h 2079137"/>
              <a:gd name="connsiteX71" fmla="*/ 7919123 w 12192000"/>
              <a:gd name="connsiteY71" fmla="*/ 1310466 h 2079137"/>
              <a:gd name="connsiteX72" fmla="*/ 7911902 w 12192000"/>
              <a:gd name="connsiteY72" fmla="*/ 1306569 h 2079137"/>
              <a:gd name="connsiteX73" fmla="*/ 7898703 w 12192000"/>
              <a:gd name="connsiteY73" fmla="*/ 1309208 h 2079137"/>
              <a:gd name="connsiteX74" fmla="*/ 7894703 w 12192000"/>
              <a:gd name="connsiteY74" fmla="*/ 1308939 h 2079137"/>
              <a:gd name="connsiteX75" fmla="*/ 7872267 w 12192000"/>
              <a:gd name="connsiteY75" fmla="*/ 1308370 h 2079137"/>
              <a:gd name="connsiteX76" fmla="*/ 7836454 w 12192000"/>
              <a:gd name="connsiteY76" fmla="*/ 1331265 h 2079137"/>
              <a:gd name="connsiteX77" fmla="*/ 7782451 w 12192000"/>
              <a:gd name="connsiteY77" fmla="*/ 1339601 h 2079137"/>
              <a:gd name="connsiteX78" fmla="*/ 7542969 w 12192000"/>
              <a:gd name="connsiteY78" fmla="*/ 1372495 h 2079137"/>
              <a:gd name="connsiteX79" fmla="*/ 7476832 w 12192000"/>
              <a:gd name="connsiteY79" fmla="*/ 1431655 h 2079137"/>
              <a:gd name="connsiteX80" fmla="*/ 7370237 w 12192000"/>
              <a:gd name="connsiteY80" fmla="*/ 1474339 h 2079137"/>
              <a:gd name="connsiteX81" fmla="*/ 7222223 w 12192000"/>
              <a:gd name="connsiteY81" fmla="*/ 1510199 h 2079137"/>
              <a:gd name="connsiteX82" fmla="*/ 7215703 w 12192000"/>
              <a:gd name="connsiteY82" fmla="*/ 1520424 h 2079137"/>
              <a:gd name="connsiteX83" fmla="*/ 7204548 w 12192000"/>
              <a:gd name="connsiteY83" fmla="*/ 1528145 h 2079137"/>
              <a:gd name="connsiteX84" fmla="*/ 7202038 w 12192000"/>
              <a:gd name="connsiteY84" fmla="*/ 1527954 h 2079137"/>
              <a:gd name="connsiteX85" fmla="*/ 7173860 w 12192000"/>
              <a:gd name="connsiteY85" fmla="*/ 1541605 h 2079137"/>
              <a:gd name="connsiteX86" fmla="*/ 7155079 w 12192000"/>
              <a:gd name="connsiteY86" fmla="*/ 1552495 h 2079137"/>
              <a:gd name="connsiteX87" fmla="*/ 7149757 w 12192000"/>
              <a:gd name="connsiteY87" fmla="*/ 1552732 h 2079137"/>
              <a:gd name="connsiteX88" fmla="*/ 7104804 w 12192000"/>
              <a:gd name="connsiteY88" fmla="*/ 1565792 h 2079137"/>
              <a:gd name="connsiteX89" fmla="*/ 7082824 w 12192000"/>
              <a:gd name="connsiteY89" fmla="*/ 1567947 h 2079137"/>
              <a:gd name="connsiteX90" fmla="*/ 7021520 w 12192000"/>
              <a:gd name="connsiteY90" fmla="*/ 1562334 h 2079137"/>
              <a:gd name="connsiteX91" fmla="*/ 6988956 w 12192000"/>
              <a:gd name="connsiteY91" fmla="*/ 1576442 h 2079137"/>
              <a:gd name="connsiteX92" fmla="*/ 6981922 w 12192000"/>
              <a:gd name="connsiteY92" fmla="*/ 1578821 h 2079137"/>
              <a:gd name="connsiteX93" fmla="*/ 6981583 w 12192000"/>
              <a:gd name="connsiteY93" fmla="*/ 1578678 h 2079137"/>
              <a:gd name="connsiteX94" fmla="*/ 6973762 w 12192000"/>
              <a:gd name="connsiteY94" fmla="*/ 1580811 h 2079137"/>
              <a:gd name="connsiteX95" fmla="*/ 6969093 w 12192000"/>
              <a:gd name="connsiteY95" fmla="*/ 1583157 h 2079137"/>
              <a:gd name="connsiteX96" fmla="*/ 6890037 w 12192000"/>
              <a:gd name="connsiteY96" fmla="*/ 1575825 h 2079137"/>
              <a:gd name="connsiteX97" fmla="*/ 6785054 w 12192000"/>
              <a:gd name="connsiteY97" fmla="*/ 1582200 h 2079137"/>
              <a:gd name="connsiteX98" fmla="*/ 6681692 w 12192000"/>
              <a:gd name="connsiteY98" fmla="*/ 1591296 h 2079137"/>
              <a:gd name="connsiteX99" fmla="*/ 6644556 w 12192000"/>
              <a:gd name="connsiteY99" fmla="*/ 1595940 h 2079137"/>
              <a:gd name="connsiteX100" fmla="*/ 6577106 w 12192000"/>
              <a:gd name="connsiteY100" fmla="*/ 1598261 h 2079137"/>
              <a:gd name="connsiteX101" fmla="*/ 6544183 w 12192000"/>
              <a:gd name="connsiteY101" fmla="*/ 1596149 h 2079137"/>
              <a:gd name="connsiteX102" fmla="*/ 6540921 w 12192000"/>
              <a:gd name="connsiteY102" fmla="*/ 1593857 h 2079137"/>
              <a:gd name="connsiteX103" fmla="*/ 6535046 w 12192000"/>
              <a:gd name="connsiteY103" fmla="*/ 1593283 h 2079137"/>
              <a:gd name="connsiteX104" fmla="*/ 6519853 w 12192000"/>
              <a:gd name="connsiteY104" fmla="*/ 1595771 h 2079137"/>
              <a:gd name="connsiteX105" fmla="*/ 6514280 w 12192000"/>
              <a:gd name="connsiteY105" fmla="*/ 1597376 h 2079137"/>
              <a:gd name="connsiteX106" fmla="*/ 6505824 w 12192000"/>
              <a:gd name="connsiteY106" fmla="*/ 1598298 h 2079137"/>
              <a:gd name="connsiteX107" fmla="*/ 6505573 w 12192000"/>
              <a:gd name="connsiteY107" fmla="*/ 1598109 h 2079137"/>
              <a:gd name="connsiteX108" fmla="*/ 6497741 w 12192000"/>
              <a:gd name="connsiteY108" fmla="*/ 1599392 h 2079137"/>
              <a:gd name="connsiteX109" fmla="*/ 6459992 w 12192000"/>
              <a:gd name="connsiteY109" fmla="*/ 1608358 h 2079137"/>
              <a:gd name="connsiteX110" fmla="*/ 6404572 w 12192000"/>
              <a:gd name="connsiteY110" fmla="*/ 1593771 h 2079137"/>
              <a:gd name="connsiteX111" fmla="*/ 6382671 w 12192000"/>
              <a:gd name="connsiteY111" fmla="*/ 1592612 h 2079137"/>
              <a:gd name="connsiteX112" fmla="*/ 6369843 w 12192000"/>
              <a:gd name="connsiteY112" fmla="*/ 1590015 h 2079137"/>
              <a:gd name="connsiteX113" fmla="*/ 6269740 w 12192000"/>
              <a:gd name="connsiteY113" fmla="*/ 1614633 h 2079137"/>
              <a:gd name="connsiteX114" fmla="*/ 6255405 w 12192000"/>
              <a:gd name="connsiteY114" fmla="*/ 1620529 h 2079137"/>
              <a:gd name="connsiteX115" fmla="*/ 6244248 w 12192000"/>
              <a:gd name="connsiteY115" fmla="*/ 1629561 h 2079137"/>
              <a:gd name="connsiteX116" fmla="*/ 6086396 w 12192000"/>
              <a:gd name="connsiteY116" fmla="*/ 1642666 h 2079137"/>
              <a:gd name="connsiteX117" fmla="*/ 5867429 w 12192000"/>
              <a:gd name="connsiteY117" fmla="*/ 1695554 h 2079137"/>
              <a:gd name="connsiteX118" fmla="*/ 5772864 w 12192000"/>
              <a:gd name="connsiteY118" fmla="*/ 1689002 h 2079137"/>
              <a:gd name="connsiteX119" fmla="*/ 5629833 w 12192000"/>
              <a:gd name="connsiteY119" fmla="*/ 1713273 h 2079137"/>
              <a:gd name="connsiteX120" fmla="*/ 5504771 w 12192000"/>
              <a:gd name="connsiteY120" fmla="*/ 1725744 h 2079137"/>
              <a:gd name="connsiteX121" fmla="*/ 5490967 w 12192000"/>
              <a:gd name="connsiteY121" fmla="*/ 1726367 h 2079137"/>
              <a:gd name="connsiteX122" fmla="*/ 5486015 w 12192000"/>
              <a:gd name="connsiteY122" fmla="*/ 1721481 h 2079137"/>
              <a:gd name="connsiteX123" fmla="*/ 5439364 w 12192000"/>
              <a:gd name="connsiteY123" fmla="*/ 1721349 h 2079137"/>
              <a:gd name="connsiteX124" fmla="*/ 5350025 w 12192000"/>
              <a:gd name="connsiteY124" fmla="*/ 1729885 h 2079137"/>
              <a:gd name="connsiteX125" fmla="*/ 5336104 w 12192000"/>
              <a:gd name="connsiteY125" fmla="*/ 1734377 h 2079137"/>
              <a:gd name="connsiteX126" fmla="*/ 5245234 w 12192000"/>
              <a:gd name="connsiteY126" fmla="*/ 1738520 h 2079137"/>
              <a:gd name="connsiteX127" fmla="*/ 5182955 w 12192000"/>
              <a:gd name="connsiteY127" fmla="*/ 1744622 h 2079137"/>
              <a:gd name="connsiteX128" fmla="*/ 5169506 w 12192000"/>
              <a:gd name="connsiteY128" fmla="*/ 1748993 h 2079137"/>
              <a:gd name="connsiteX129" fmla="*/ 5154299 w 12192000"/>
              <a:gd name="connsiteY129" fmla="*/ 1744080 h 2079137"/>
              <a:gd name="connsiteX130" fmla="*/ 5149917 w 12192000"/>
              <a:gd name="connsiteY130" fmla="*/ 1739727 h 2079137"/>
              <a:gd name="connsiteX131" fmla="*/ 5100319 w 12192000"/>
              <a:gd name="connsiteY131" fmla="*/ 1745797 h 2079137"/>
              <a:gd name="connsiteX132" fmla="*/ 5094361 w 12192000"/>
              <a:gd name="connsiteY132" fmla="*/ 1745767 h 2079137"/>
              <a:gd name="connsiteX133" fmla="*/ 5053410 w 12192000"/>
              <a:gd name="connsiteY133" fmla="*/ 1742790 h 2079137"/>
              <a:gd name="connsiteX134" fmla="*/ 4992711 w 12192000"/>
              <a:gd name="connsiteY134" fmla="*/ 1734075 h 2079137"/>
              <a:gd name="connsiteX135" fmla="*/ 4930098 w 12192000"/>
              <a:gd name="connsiteY135" fmla="*/ 1717312 h 2079137"/>
              <a:gd name="connsiteX136" fmla="*/ 4893834 w 12192000"/>
              <a:gd name="connsiteY136" fmla="*/ 1710028 h 2079137"/>
              <a:gd name="connsiteX137" fmla="*/ 4868730 w 12192000"/>
              <a:gd name="connsiteY137" fmla="*/ 1702384 h 2079137"/>
              <a:gd name="connsiteX138" fmla="*/ 4797925 w 12192000"/>
              <a:gd name="connsiteY138" fmla="*/ 1695535 h 2079137"/>
              <a:gd name="connsiteX139" fmla="*/ 4677670 w 12192000"/>
              <a:gd name="connsiteY139" fmla="*/ 1689453 h 2079137"/>
              <a:gd name="connsiteX140" fmla="*/ 4634248 w 12192000"/>
              <a:gd name="connsiteY140" fmla="*/ 1680227 h 2079137"/>
              <a:gd name="connsiteX141" fmla="*/ 4632434 w 12192000"/>
              <a:gd name="connsiteY141" fmla="*/ 1674607 h 2079137"/>
              <a:gd name="connsiteX142" fmla="*/ 4619204 w 12192000"/>
              <a:gd name="connsiteY142" fmla="*/ 1672507 h 2079137"/>
              <a:gd name="connsiteX143" fmla="*/ 4616283 w 12192000"/>
              <a:gd name="connsiteY143" fmla="*/ 1670977 h 2079137"/>
              <a:gd name="connsiteX144" fmla="*/ 4598926 w 12192000"/>
              <a:gd name="connsiteY144" fmla="*/ 1663178 h 2079137"/>
              <a:gd name="connsiteX145" fmla="*/ 4547069 w 12192000"/>
              <a:gd name="connsiteY145" fmla="*/ 1670642 h 2079137"/>
              <a:gd name="connsiteX146" fmla="*/ 4523516 w 12192000"/>
              <a:gd name="connsiteY146" fmla="*/ 1669785 h 2079137"/>
              <a:gd name="connsiteX147" fmla="*/ 4500586 w 12192000"/>
              <a:gd name="connsiteY147" fmla="*/ 1675912 h 2079137"/>
              <a:gd name="connsiteX148" fmla="*/ 4488196 w 12192000"/>
              <a:gd name="connsiteY148" fmla="*/ 1683463 h 2079137"/>
              <a:gd name="connsiteX149" fmla="*/ 4445463 w 12192000"/>
              <a:gd name="connsiteY149" fmla="*/ 1695634 h 2079137"/>
              <a:gd name="connsiteX150" fmla="*/ 4446550 w 12192000"/>
              <a:gd name="connsiteY150" fmla="*/ 1680538 h 2079137"/>
              <a:gd name="connsiteX151" fmla="*/ 4365375 w 12192000"/>
              <a:gd name="connsiteY151" fmla="*/ 1697935 h 2079137"/>
              <a:gd name="connsiteX152" fmla="*/ 4305123 w 12192000"/>
              <a:gd name="connsiteY152" fmla="*/ 1714185 h 2079137"/>
              <a:gd name="connsiteX153" fmla="*/ 4292665 w 12192000"/>
              <a:gd name="connsiteY153" fmla="*/ 1720703 h 2079137"/>
              <a:gd name="connsiteX154" fmla="*/ 4276789 w 12192000"/>
              <a:gd name="connsiteY154" fmla="*/ 1718367 h 2079137"/>
              <a:gd name="connsiteX155" fmla="*/ 4271683 w 12192000"/>
              <a:gd name="connsiteY155" fmla="*/ 1714801 h 2079137"/>
              <a:gd name="connsiteX156" fmla="*/ 4223918 w 12192000"/>
              <a:gd name="connsiteY156" fmla="*/ 1728936 h 2079137"/>
              <a:gd name="connsiteX157" fmla="*/ 4218039 w 12192000"/>
              <a:gd name="connsiteY157" fmla="*/ 1729885 h 2079137"/>
              <a:gd name="connsiteX158" fmla="*/ 4177153 w 12192000"/>
              <a:gd name="connsiteY158" fmla="*/ 1733691 h 2079137"/>
              <a:gd name="connsiteX159" fmla="*/ 4051032 w 12192000"/>
              <a:gd name="connsiteY159" fmla="*/ 1728886 h 2079137"/>
              <a:gd name="connsiteX160" fmla="*/ 4013978 w 12192000"/>
              <a:gd name="connsiteY160" fmla="*/ 1727679 h 2079137"/>
              <a:gd name="connsiteX161" fmla="*/ 3987857 w 12192000"/>
              <a:gd name="connsiteY161" fmla="*/ 1724282 h 2079137"/>
              <a:gd name="connsiteX162" fmla="*/ 3916852 w 12192000"/>
              <a:gd name="connsiteY162" fmla="*/ 1729184 h 2079137"/>
              <a:gd name="connsiteX163" fmla="*/ 3797263 w 12192000"/>
              <a:gd name="connsiteY163" fmla="*/ 1742976 h 2079137"/>
              <a:gd name="connsiteX164" fmla="*/ 3752806 w 12192000"/>
              <a:gd name="connsiteY164" fmla="*/ 1741033 h 2079137"/>
              <a:gd name="connsiteX165" fmla="*/ 3749997 w 12192000"/>
              <a:gd name="connsiteY165" fmla="*/ 1735799 h 2079137"/>
              <a:gd name="connsiteX166" fmla="*/ 3736582 w 12192000"/>
              <a:gd name="connsiteY166" fmla="*/ 1735907 h 2079137"/>
              <a:gd name="connsiteX167" fmla="*/ 3733428 w 12192000"/>
              <a:gd name="connsiteY167" fmla="*/ 1734881 h 2079137"/>
              <a:gd name="connsiteX168" fmla="*/ 3714911 w 12192000"/>
              <a:gd name="connsiteY168" fmla="*/ 1730056 h 2079137"/>
              <a:gd name="connsiteX169" fmla="*/ 3665172 w 12192000"/>
              <a:gd name="connsiteY169" fmla="*/ 1745936 h 2079137"/>
              <a:gd name="connsiteX170" fmla="*/ 3552006 w 12192000"/>
              <a:gd name="connsiteY170" fmla="*/ 1755220 h 2079137"/>
              <a:gd name="connsiteX171" fmla="*/ 3390301 w 12192000"/>
              <a:gd name="connsiteY171" fmla="*/ 1762546 h 2079137"/>
              <a:gd name="connsiteX172" fmla="*/ 3264312 w 12192000"/>
              <a:gd name="connsiteY172" fmla="*/ 1774620 h 2079137"/>
              <a:gd name="connsiteX173" fmla="*/ 3106901 w 12192000"/>
              <a:gd name="connsiteY173" fmla="*/ 1804264 h 2079137"/>
              <a:gd name="connsiteX174" fmla="*/ 2993303 w 12192000"/>
              <a:gd name="connsiteY174" fmla="*/ 1806542 h 2079137"/>
              <a:gd name="connsiteX175" fmla="*/ 2979115 w 12192000"/>
              <a:gd name="connsiteY175" fmla="*/ 1815432 h 2079137"/>
              <a:gd name="connsiteX176" fmla="*/ 2963118 w 12192000"/>
              <a:gd name="connsiteY176" fmla="*/ 1820962 h 2079137"/>
              <a:gd name="connsiteX177" fmla="*/ 2961156 w 12192000"/>
              <a:gd name="connsiteY177" fmla="*/ 1820297 h 2079137"/>
              <a:gd name="connsiteX178" fmla="*/ 2925719 w 12192000"/>
              <a:gd name="connsiteY178" fmla="*/ 1828468 h 2079137"/>
              <a:gd name="connsiteX179" fmla="*/ 2857951 w 12192000"/>
              <a:gd name="connsiteY179" fmla="*/ 1842496 h 2079137"/>
              <a:gd name="connsiteX180" fmla="*/ 2857427 w 12192000"/>
              <a:gd name="connsiteY180" fmla="*/ 1841591 h 2079137"/>
              <a:gd name="connsiteX181" fmla="*/ 2846731 w 12192000"/>
              <a:gd name="connsiteY181" fmla="*/ 1839316 h 2079137"/>
              <a:gd name="connsiteX182" fmla="*/ 2826290 w 12192000"/>
              <a:gd name="connsiteY182" fmla="*/ 1837274 h 2079137"/>
              <a:gd name="connsiteX183" fmla="*/ 2779146 w 12192000"/>
              <a:gd name="connsiteY183" fmla="*/ 1820071 h 2079137"/>
              <a:gd name="connsiteX184" fmla="*/ 2739608 w 12192000"/>
              <a:gd name="connsiteY184" fmla="*/ 1827861 h 2079137"/>
              <a:gd name="connsiteX185" fmla="*/ 2731631 w 12192000"/>
              <a:gd name="connsiteY185" fmla="*/ 1828881 h 2079137"/>
              <a:gd name="connsiteX186" fmla="*/ 2731464 w 12192000"/>
              <a:gd name="connsiteY186" fmla="*/ 1828677 h 2079137"/>
              <a:gd name="connsiteX187" fmla="*/ 2723037 w 12192000"/>
              <a:gd name="connsiteY187" fmla="*/ 1829303 h 2079137"/>
              <a:gd name="connsiteX188" fmla="*/ 2701616 w 12192000"/>
              <a:gd name="connsiteY188" fmla="*/ 1832725 h 2079137"/>
              <a:gd name="connsiteX189" fmla="*/ 2696239 w 12192000"/>
              <a:gd name="connsiteY189" fmla="*/ 1831904 h 2079137"/>
              <a:gd name="connsiteX190" fmla="*/ 2663445 w 12192000"/>
              <a:gd name="connsiteY190" fmla="*/ 1825958 h 2079137"/>
              <a:gd name="connsiteX191" fmla="*/ 2560925 w 12192000"/>
              <a:gd name="connsiteY191" fmla="*/ 1829094 h 2079137"/>
              <a:gd name="connsiteX192" fmla="*/ 2458739 w 12192000"/>
              <a:gd name="connsiteY192" fmla="*/ 1834479 h 2079137"/>
              <a:gd name="connsiteX193" fmla="*/ 2356074 w 12192000"/>
              <a:gd name="connsiteY193" fmla="*/ 1836991 h 2079137"/>
              <a:gd name="connsiteX194" fmla="*/ 2304241 w 12192000"/>
              <a:gd name="connsiteY194" fmla="*/ 1822021 h 2079137"/>
              <a:gd name="connsiteX195" fmla="*/ 2298362 w 12192000"/>
              <a:gd name="connsiteY195" fmla="*/ 1822125 h 2079137"/>
              <a:gd name="connsiteX196" fmla="*/ 2283527 w 12192000"/>
              <a:gd name="connsiteY196" fmla="*/ 1826361 h 2079137"/>
              <a:gd name="connsiteX197" fmla="*/ 2278150 w 12192000"/>
              <a:gd name="connsiteY197" fmla="*/ 1828604 h 2079137"/>
              <a:gd name="connsiteX198" fmla="*/ 2269853 w 12192000"/>
              <a:gd name="connsiteY198" fmla="*/ 1830502 h 2079137"/>
              <a:gd name="connsiteX199" fmla="*/ 2269585 w 12192000"/>
              <a:gd name="connsiteY199" fmla="*/ 1830341 h 2079137"/>
              <a:gd name="connsiteX200" fmla="*/ 2225332 w 12192000"/>
              <a:gd name="connsiteY200" fmla="*/ 1845825 h 2079137"/>
              <a:gd name="connsiteX201" fmla="*/ 2169048 w 12192000"/>
              <a:gd name="connsiteY201" fmla="*/ 1837658 h 2079137"/>
              <a:gd name="connsiteX202" fmla="*/ 2147231 w 12192000"/>
              <a:gd name="connsiteY202" fmla="*/ 1839027 h 2079137"/>
              <a:gd name="connsiteX203" fmla="*/ 2135241 w 12192000"/>
              <a:gd name="connsiteY203" fmla="*/ 1838652 h 2079137"/>
              <a:gd name="connsiteX204" fmla="*/ 2099215 w 12192000"/>
              <a:gd name="connsiteY204" fmla="*/ 1850768 h 2079137"/>
              <a:gd name="connsiteX205" fmla="*/ 2094046 w 12192000"/>
              <a:gd name="connsiteY205" fmla="*/ 1850806 h 2079137"/>
              <a:gd name="connsiteX206" fmla="*/ 2071850 w 12192000"/>
              <a:gd name="connsiteY206" fmla="*/ 1861319 h 2079137"/>
              <a:gd name="connsiteX207" fmla="*/ 2039607 w 12192000"/>
              <a:gd name="connsiteY207" fmla="*/ 1874318 h 2079137"/>
              <a:gd name="connsiteX208" fmla="*/ 2037289 w 12192000"/>
              <a:gd name="connsiteY208" fmla="*/ 1874025 h 2079137"/>
              <a:gd name="connsiteX209" fmla="*/ 2023615 w 12192000"/>
              <a:gd name="connsiteY209" fmla="*/ 1881562 h 2079137"/>
              <a:gd name="connsiteX210" fmla="*/ 1957176 w 12192000"/>
              <a:gd name="connsiteY210" fmla="*/ 1898709 h 2079137"/>
              <a:gd name="connsiteX211" fmla="*/ 1858081 w 12192000"/>
              <a:gd name="connsiteY211" fmla="*/ 1923144 h 2079137"/>
              <a:gd name="connsiteX212" fmla="*/ 1738865 w 12192000"/>
              <a:gd name="connsiteY212" fmla="*/ 1944965 h 2079137"/>
              <a:gd name="connsiteX213" fmla="*/ 1616692 w 12192000"/>
              <a:gd name="connsiteY213" fmla="*/ 1989107 h 2079137"/>
              <a:gd name="connsiteX214" fmla="*/ 1411898 w 12192000"/>
              <a:gd name="connsiteY214" fmla="*/ 2046254 h 2079137"/>
              <a:gd name="connsiteX215" fmla="*/ 1375780 w 12192000"/>
              <a:gd name="connsiteY215" fmla="*/ 2047961 h 2079137"/>
              <a:gd name="connsiteX216" fmla="*/ 1375707 w 12192000"/>
              <a:gd name="connsiteY216" fmla="*/ 2047981 h 2079137"/>
              <a:gd name="connsiteX217" fmla="*/ 1285585 w 12192000"/>
              <a:gd name="connsiteY217" fmla="*/ 2047113 h 2079137"/>
              <a:gd name="connsiteX218" fmla="*/ 1263658 w 12192000"/>
              <a:gd name="connsiteY218" fmla="*/ 2041397 h 2079137"/>
              <a:gd name="connsiteX219" fmla="*/ 1170403 w 12192000"/>
              <a:gd name="connsiteY219" fmla="*/ 2033399 h 2079137"/>
              <a:gd name="connsiteX220" fmla="*/ 1153718 w 12192000"/>
              <a:gd name="connsiteY220" fmla="*/ 2029576 h 2079137"/>
              <a:gd name="connsiteX221" fmla="*/ 1133937 w 12192000"/>
              <a:gd name="connsiteY221" fmla="*/ 2032149 h 2079137"/>
              <a:gd name="connsiteX222" fmla="*/ 1054999 w 12192000"/>
              <a:gd name="connsiteY222" fmla="*/ 2043242 h 2079137"/>
              <a:gd name="connsiteX223" fmla="*/ 1018405 w 12192000"/>
              <a:gd name="connsiteY223" fmla="*/ 2048281 h 2079137"/>
              <a:gd name="connsiteX224" fmla="*/ 1016563 w 12192000"/>
              <a:gd name="connsiteY224" fmla="*/ 2051718 h 2079137"/>
              <a:gd name="connsiteX225" fmla="*/ 1008284 w 12192000"/>
              <a:gd name="connsiteY225" fmla="*/ 2046742 h 2079137"/>
              <a:gd name="connsiteX226" fmla="*/ 981974 w 12192000"/>
              <a:gd name="connsiteY226" fmla="*/ 2048363 h 2079137"/>
              <a:gd name="connsiteX227" fmla="*/ 971903 w 12192000"/>
              <a:gd name="connsiteY227" fmla="*/ 2053484 h 2079137"/>
              <a:gd name="connsiteX228" fmla="*/ 954015 w 12192000"/>
              <a:gd name="connsiteY228" fmla="*/ 2052529 h 2079137"/>
              <a:gd name="connsiteX229" fmla="*/ 839571 w 12192000"/>
              <a:gd name="connsiteY229" fmla="*/ 2046509 h 2079137"/>
              <a:gd name="connsiteX230" fmla="*/ 823321 w 12192000"/>
              <a:gd name="connsiteY230" fmla="*/ 2054296 h 2079137"/>
              <a:gd name="connsiteX231" fmla="*/ 800990 w 12192000"/>
              <a:gd name="connsiteY231" fmla="*/ 2051523 h 2079137"/>
              <a:gd name="connsiteX232" fmla="*/ 776439 w 12192000"/>
              <a:gd name="connsiteY232" fmla="*/ 2062634 h 2079137"/>
              <a:gd name="connsiteX233" fmla="*/ 763041 w 12192000"/>
              <a:gd name="connsiteY233" fmla="*/ 2063995 h 2079137"/>
              <a:gd name="connsiteX234" fmla="*/ 757863 w 12192000"/>
              <a:gd name="connsiteY234" fmla="*/ 2065877 h 2079137"/>
              <a:gd name="connsiteX235" fmla="*/ 745053 w 12192000"/>
              <a:gd name="connsiteY235" fmla="*/ 2051831 h 2079137"/>
              <a:gd name="connsiteX236" fmla="*/ 722609 w 12192000"/>
              <a:gd name="connsiteY236" fmla="*/ 2049504 h 2079137"/>
              <a:gd name="connsiteX237" fmla="*/ 717618 w 12192000"/>
              <a:gd name="connsiteY237" fmla="*/ 2042131 h 2079137"/>
              <a:gd name="connsiteX238" fmla="*/ 703285 w 12192000"/>
              <a:gd name="connsiteY238" fmla="*/ 2046808 h 2079137"/>
              <a:gd name="connsiteX239" fmla="*/ 680199 w 12192000"/>
              <a:gd name="connsiteY239" fmla="*/ 2051947 h 2079137"/>
              <a:gd name="connsiteX240" fmla="*/ 667351 w 12192000"/>
              <a:gd name="connsiteY240" fmla="*/ 2054469 h 2079137"/>
              <a:gd name="connsiteX241" fmla="*/ 660961 w 12192000"/>
              <a:gd name="connsiteY241" fmla="*/ 2049404 h 2079137"/>
              <a:gd name="connsiteX242" fmla="*/ 638282 w 12192000"/>
              <a:gd name="connsiteY242" fmla="*/ 2060093 h 2079137"/>
              <a:gd name="connsiteX243" fmla="*/ 583551 w 12192000"/>
              <a:gd name="connsiteY243" fmla="*/ 2070197 h 2079137"/>
              <a:gd name="connsiteX244" fmla="*/ 525274 w 12192000"/>
              <a:gd name="connsiteY244" fmla="*/ 2079137 h 2079137"/>
              <a:gd name="connsiteX245" fmla="*/ 405635 w 12192000"/>
              <a:gd name="connsiteY245" fmla="*/ 2059339 h 2079137"/>
              <a:gd name="connsiteX246" fmla="*/ 281555 w 12192000"/>
              <a:gd name="connsiteY246" fmla="*/ 2022847 h 2079137"/>
              <a:gd name="connsiteX247" fmla="*/ 98513 w 12192000"/>
              <a:gd name="connsiteY247" fmla="*/ 1969504 h 2079137"/>
              <a:gd name="connsiteX248" fmla="*/ 56191 w 12192000"/>
              <a:gd name="connsiteY248" fmla="*/ 1950709 h 2079137"/>
              <a:gd name="connsiteX249" fmla="*/ 0 w 12192000"/>
              <a:gd name="connsiteY249" fmla="*/ 1935789 h 20791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</a:cxnLst>
            <a:rect l="l" t="t" r="r" b="b"/>
            <a:pathLst>
              <a:path w="12192000" h="2079137">
                <a:moveTo>
                  <a:pt x="12160143" y="831692"/>
                </a:moveTo>
                <a:lnTo>
                  <a:pt x="12159112" y="833361"/>
                </a:lnTo>
                <a:cubicBezTo>
                  <a:pt x="12157915" y="833832"/>
                  <a:pt x="12157402" y="833649"/>
                  <a:pt x="12158912" y="832430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558063"/>
                </a:lnTo>
                <a:lnTo>
                  <a:pt x="12189259" y="810508"/>
                </a:lnTo>
                <a:lnTo>
                  <a:pt x="12170847" y="825280"/>
                </a:lnTo>
                <a:lnTo>
                  <a:pt x="12160143" y="831692"/>
                </a:lnTo>
                <a:lnTo>
                  <a:pt x="12163806" y="825759"/>
                </a:lnTo>
                <a:cubicBezTo>
                  <a:pt x="12125449" y="821525"/>
                  <a:pt x="12082203" y="824698"/>
                  <a:pt x="12056557" y="810176"/>
                </a:cubicBezTo>
                <a:cubicBezTo>
                  <a:pt x="12050902" y="790976"/>
                  <a:pt x="11923731" y="799312"/>
                  <a:pt x="11900316" y="789618"/>
                </a:cubicBezTo>
                <a:cubicBezTo>
                  <a:pt x="11841702" y="803374"/>
                  <a:pt x="11823963" y="832645"/>
                  <a:pt x="11791206" y="824176"/>
                </a:cubicBezTo>
                <a:cubicBezTo>
                  <a:pt x="11768977" y="817380"/>
                  <a:pt x="11683857" y="828947"/>
                  <a:pt x="11659257" y="800841"/>
                </a:cubicBezTo>
                <a:cubicBezTo>
                  <a:pt x="11617173" y="818107"/>
                  <a:pt x="11602556" y="790694"/>
                  <a:pt x="11569789" y="797135"/>
                </a:cubicBezTo>
                <a:cubicBezTo>
                  <a:pt x="11498310" y="795094"/>
                  <a:pt x="11458472" y="819882"/>
                  <a:pt x="11367885" y="791985"/>
                </a:cubicBezTo>
                <a:cubicBezTo>
                  <a:pt x="11325508" y="798158"/>
                  <a:pt x="11266580" y="755023"/>
                  <a:pt x="11174663" y="788721"/>
                </a:cubicBezTo>
                <a:cubicBezTo>
                  <a:pt x="11122703" y="792192"/>
                  <a:pt x="11150009" y="775410"/>
                  <a:pt x="11068220" y="786994"/>
                </a:cubicBezTo>
                <a:cubicBezTo>
                  <a:pt x="11046931" y="759861"/>
                  <a:pt x="10919185" y="793102"/>
                  <a:pt x="10893266" y="794013"/>
                </a:cubicBezTo>
                <a:cubicBezTo>
                  <a:pt x="10874184" y="776189"/>
                  <a:pt x="10862860" y="788743"/>
                  <a:pt x="10844025" y="789857"/>
                </a:cubicBezTo>
                <a:cubicBezTo>
                  <a:pt x="10836453" y="779294"/>
                  <a:pt x="10820690" y="778184"/>
                  <a:pt x="10814353" y="789010"/>
                </a:cubicBezTo>
                <a:cubicBezTo>
                  <a:pt x="10819669" y="816016"/>
                  <a:pt x="10754019" y="789067"/>
                  <a:pt x="10748393" y="806738"/>
                </a:cubicBezTo>
                <a:cubicBezTo>
                  <a:pt x="10687156" y="807873"/>
                  <a:pt x="10550299" y="781800"/>
                  <a:pt x="10468256" y="778733"/>
                </a:cubicBezTo>
                <a:cubicBezTo>
                  <a:pt x="10436666" y="770025"/>
                  <a:pt x="10371995" y="797252"/>
                  <a:pt x="10256131" y="788332"/>
                </a:cubicBezTo>
                <a:cubicBezTo>
                  <a:pt x="10240995" y="781626"/>
                  <a:pt x="10182664" y="765742"/>
                  <a:pt x="10177442" y="777371"/>
                </a:cubicBezTo>
                <a:cubicBezTo>
                  <a:pt x="10141447" y="775683"/>
                  <a:pt x="10030323" y="810071"/>
                  <a:pt x="10006086" y="792651"/>
                </a:cubicBezTo>
                <a:cubicBezTo>
                  <a:pt x="10009448" y="818833"/>
                  <a:pt x="9960389" y="791426"/>
                  <a:pt x="9952382" y="815411"/>
                </a:cubicBezTo>
                <a:lnTo>
                  <a:pt x="9926457" y="827295"/>
                </a:lnTo>
                <a:lnTo>
                  <a:pt x="9843405" y="867046"/>
                </a:lnTo>
                <a:lnTo>
                  <a:pt x="9830866" y="875047"/>
                </a:lnTo>
                <a:lnTo>
                  <a:pt x="9801807" y="872272"/>
                </a:lnTo>
                <a:lnTo>
                  <a:pt x="9785653" y="861743"/>
                </a:lnTo>
                <a:lnTo>
                  <a:pt x="9781177" y="864820"/>
                </a:lnTo>
                <a:cubicBezTo>
                  <a:pt x="9776153" y="871003"/>
                  <a:pt x="9773556" y="874842"/>
                  <a:pt x="9768640" y="869379"/>
                </a:cubicBezTo>
                <a:lnTo>
                  <a:pt x="9712211" y="900283"/>
                </a:lnTo>
                <a:cubicBezTo>
                  <a:pt x="9706243" y="902750"/>
                  <a:pt x="9698952" y="902954"/>
                  <a:pt x="9689465" y="899268"/>
                </a:cubicBezTo>
                <a:cubicBezTo>
                  <a:pt x="9670819" y="902906"/>
                  <a:pt x="9618108" y="917739"/>
                  <a:pt x="9600339" y="922112"/>
                </a:cubicBezTo>
                <a:lnTo>
                  <a:pt x="9582850" y="925510"/>
                </a:lnTo>
                <a:cubicBezTo>
                  <a:pt x="9574400" y="928631"/>
                  <a:pt x="9556868" y="938130"/>
                  <a:pt x="9549638" y="940845"/>
                </a:cubicBezTo>
                <a:cubicBezTo>
                  <a:pt x="9543792" y="942327"/>
                  <a:pt x="9546812" y="939351"/>
                  <a:pt x="9539471" y="941799"/>
                </a:cubicBezTo>
                <a:cubicBezTo>
                  <a:pt x="9538994" y="947702"/>
                  <a:pt x="9536009" y="953248"/>
                  <a:pt x="9505592" y="955533"/>
                </a:cubicBezTo>
                <a:cubicBezTo>
                  <a:pt x="9486013" y="968563"/>
                  <a:pt x="9460860" y="978842"/>
                  <a:pt x="9432569" y="985377"/>
                </a:cubicBezTo>
                <a:cubicBezTo>
                  <a:pt x="9426990" y="980335"/>
                  <a:pt x="9418918" y="990185"/>
                  <a:pt x="9414216" y="992655"/>
                </a:cubicBezTo>
                <a:cubicBezTo>
                  <a:pt x="9412644" y="989014"/>
                  <a:pt x="9400057" y="989255"/>
                  <a:pt x="9397106" y="992980"/>
                </a:cubicBezTo>
                <a:cubicBezTo>
                  <a:pt x="9314093" y="1020862"/>
                  <a:pt x="9349678" y="978420"/>
                  <a:pt x="9305108" y="1007767"/>
                </a:cubicBezTo>
                <a:cubicBezTo>
                  <a:pt x="9296670" y="1010324"/>
                  <a:pt x="9289251" y="1009612"/>
                  <a:pt x="9282434" y="1007523"/>
                </a:cubicBezTo>
                <a:lnTo>
                  <a:pt x="9271941" y="1002839"/>
                </a:lnTo>
                <a:lnTo>
                  <a:pt x="9238227" y="1017668"/>
                </a:lnTo>
                <a:cubicBezTo>
                  <a:pt x="9221294" y="1023415"/>
                  <a:pt x="9203166" y="1027997"/>
                  <a:pt x="9184265" y="1031275"/>
                </a:cubicBezTo>
                <a:cubicBezTo>
                  <a:pt x="9178371" y="1024135"/>
                  <a:pt x="9165618" y="1036637"/>
                  <a:pt x="9159000" y="1039569"/>
                </a:cubicBezTo>
                <a:cubicBezTo>
                  <a:pt x="9157881" y="1034602"/>
                  <a:pt x="9141725" y="1033964"/>
                  <a:pt x="9137031" y="1038699"/>
                </a:cubicBezTo>
                <a:cubicBezTo>
                  <a:pt x="9023973" y="1069523"/>
                  <a:pt x="9079946" y="1015706"/>
                  <a:pt x="9015702" y="1051400"/>
                </a:cubicBezTo>
                <a:lnTo>
                  <a:pt x="8971403" y="1040542"/>
                </a:lnTo>
                <a:lnTo>
                  <a:pt x="8961826" y="1045364"/>
                </a:lnTo>
                <a:cubicBezTo>
                  <a:pt x="8922837" y="1050010"/>
                  <a:pt x="8909116" y="1040754"/>
                  <a:pt x="8888623" y="1053908"/>
                </a:cubicBezTo>
                <a:cubicBezTo>
                  <a:pt x="8850424" y="1035587"/>
                  <a:pt x="8865892" y="1054194"/>
                  <a:pt x="8841066" y="1060421"/>
                </a:cubicBezTo>
                <a:cubicBezTo>
                  <a:pt x="8818353" y="1064878"/>
                  <a:pt x="8775995" y="1076068"/>
                  <a:pt x="8752342" y="1080646"/>
                </a:cubicBezTo>
                <a:cubicBezTo>
                  <a:pt x="8736966" y="1099406"/>
                  <a:pt x="8723186" y="1079948"/>
                  <a:pt x="8699139" y="1087885"/>
                </a:cubicBezTo>
                <a:cubicBezTo>
                  <a:pt x="8688630" y="1095506"/>
                  <a:pt x="8680324" y="1097539"/>
                  <a:pt x="8667273" y="1092062"/>
                </a:cubicBezTo>
                <a:cubicBezTo>
                  <a:pt x="8619205" y="1128818"/>
                  <a:pt x="8634590" y="1097116"/>
                  <a:pt x="8586064" y="1114603"/>
                </a:cubicBezTo>
                <a:cubicBezTo>
                  <a:pt x="8544721" y="1131913"/>
                  <a:pt x="8496602" y="1145520"/>
                  <a:pt x="8460312" y="1179878"/>
                </a:cubicBezTo>
                <a:cubicBezTo>
                  <a:pt x="8454266" y="1189140"/>
                  <a:pt x="8435781" y="1194455"/>
                  <a:pt x="8419023" y="1191748"/>
                </a:cubicBezTo>
                <a:cubicBezTo>
                  <a:pt x="8416138" y="1191283"/>
                  <a:pt x="8413416" y="1190591"/>
                  <a:pt x="8410939" y="1189696"/>
                </a:cubicBezTo>
                <a:cubicBezTo>
                  <a:pt x="8390077" y="1213458"/>
                  <a:pt x="8370324" y="1205397"/>
                  <a:pt x="8362040" y="1220820"/>
                </a:cubicBezTo>
                <a:cubicBezTo>
                  <a:pt x="8320616" y="1231942"/>
                  <a:pt x="8281663" y="1222882"/>
                  <a:pt x="8273677" y="1236495"/>
                </a:cubicBezTo>
                <a:cubicBezTo>
                  <a:pt x="8251358" y="1238573"/>
                  <a:pt x="8216738" y="1228341"/>
                  <a:pt x="8204283" y="1243537"/>
                </a:cubicBezTo>
                <a:cubicBezTo>
                  <a:pt x="8198634" y="1233135"/>
                  <a:pt x="8181550" y="1254947"/>
                  <a:pt x="8166550" y="1249551"/>
                </a:cubicBezTo>
                <a:cubicBezTo>
                  <a:pt x="8155570" y="1244572"/>
                  <a:pt x="8147825" y="1250027"/>
                  <a:pt x="8137785" y="1251636"/>
                </a:cubicBezTo>
                <a:cubicBezTo>
                  <a:pt x="8123427" y="1248361"/>
                  <a:pt x="8081662" y="1261833"/>
                  <a:pt x="8071596" y="1269274"/>
                </a:cubicBezTo>
                <a:cubicBezTo>
                  <a:pt x="8048949" y="1293759"/>
                  <a:pt x="7983924" y="1284712"/>
                  <a:pt x="7964816" y="1303668"/>
                </a:cubicBezTo>
                <a:cubicBezTo>
                  <a:pt x="7957137" y="1306992"/>
                  <a:pt x="7949335" y="1308861"/>
                  <a:pt x="7941495" y="1309821"/>
                </a:cubicBezTo>
                <a:lnTo>
                  <a:pt x="7919123" y="1310466"/>
                </a:lnTo>
                <a:lnTo>
                  <a:pt x="7911902" y="1306569"/>
                </a:lnTo>
                <a:lnTo>
                  <a:pt x="7898703" y="1309208"/>
                </a:lnTo>
                <a:lnTo>
                  <a:pt x="7894703" y="1308939"/>
                </a:lnTo>
                <a:lnTo>
                  <a:pt x="7872267" y="1308370"/>
                </a:lnTo>
                <a:cubicBezTo>
                  <a:pt x="7886550" y="1330359"/>
                  <a:pt x="7812648" y="1314851"/>
                  <a:pt x="7836454" y="1331265"/>
                </a:cubicBezTo>
                <a:cubicBezTo>
                  <a:pt x="7798907" y="1336933"/>
                  <a:pt x="7831419" y="1351068"/>
                  <a:pt x="7782451" y="1339601"/>
                </a:cubicBezTo>
                <a:cubicBezTo>
                  <a:pt x="7727636" y="1365002"/>
                  <a:pt x="7583002" y="1338768"/>
                  <a:pt x="7542969" y="1372495"/>
                </a:cubicBezTo>
                <a:cubicBezTo>
                  <a:pt x="7546396" y="1360942"/>
                  <a:pt x="7492851" y="1424323"/>
                  <a:pt x="7476832" y="1431655"/>
                </a:cubicBezTo>
                <a:cubicBezTo>
                  <a:pt x="7439619" y="1443703"/>
                  <a:pt x="7425596" y="1454661"/>
                  <a:pt x="7370237" y="1474339"/>
                </a:cubicBezTo>
                <a:cubicBezTo>
                  <a:pt x="7316246" y="1485928"/>
                  <a:pt x="7281903" y="1512712"/>
                  <a:pt x="7222223" y="1510199"/>
                </a:cubicBezTo>
                <a:cubicBezTo>
                  <a:pt x="7221190" y="1514030"/>
                  <a:pt x="7218885" y="1517398"/>
                  <a:pt x="7215703" y="1520424"/>
                </a:cubicBezTo>
                <a:lnTo>
                  <a:pt x="7204548" y="1528145"/>
                </a:lnTo>
                <a:lnTo>
                  <a:pt x="7202038" y="1527954"/>
                </a:lnTo>
                <a:lnTo>
                  <a:pt x="7173860" y="1541605"/>
                </a:lnTo>
                <a:lnTo>
                  <a:pt x="7155079" y="1552495"/>
                </a:lnTo>
                <a:lnTo>
                  <a:pt x="7149757" y="1552732"/>
                </a:lnTo>
                <a:cubicBezTo>
                  <a:pt x="7141378" y="1554948"/>
                  <a:pt x="7115959" y="1563256"/>
                  <a:pt x="7104804" y="1565792"/>
                </a:cubicBezTo>
                <a:cubicBezTo>
                  <a:pt x="7099811" y="1550850"/>
                  <a:pt x="7096935" y="1561973"/>
                  <a:pt x="7082824" y="1567947"/>
                </a:cubicBezTo>
                <a:cubicBezTo>
                  <a:pt x="7071919" y="1546070"/>
                  <a:pt x="7039417" y="1570606"/>
                  <a:pt x="7021520" y="1562334"/>
                </a:cubicBezTo>
                <a:cubicBezTo>
                  <a:pt x="7011400" y="1567217"/>
                  <a:pt x="7000495" y="1571981"/>
                  <a:pt x="6988956" y="1576442"/>
                </a:cubicBezTo>
                <a:lnTo>
                  <a:pt x="6981922" y="1578821"/>
                </a:lnTo>
                <a:lnTo>
                  <a:pt x="6981583" y="1578678"/>
                </a:lnTo>
                <a:cubicBezTo>
                  <a:pt x="6979627" y="1578791"/>
                  <a:pt x="6977153" y="1579421"/>
                  <a:pt x="6973762" y="1580811"/>
                </a:cubicBezTo>
                <a:lnTo>
                  <a:pt x="6969093" y="1583157"/>
                </a:lnTo>
                <a:lnTo>
                  <a:pt x="6890037" y="1575825"/>
                </a:lnTo>
                <a:cubicBezTo>
                  <a:pt x="6849459" y="1579997"/>
                  <a:pt x="6820022" y="1566922"/>
                  <a:pt x="6785054" y="1582200"/>
                </a:cubicBezTo>
                <a:cubicBezTo>
                  <a:pt x="6747047" y="1586037"/>
                  <a:pt x="6712794" y="1582954"/>
                  <a:pt x="6681692" y="1591296"/>
                </a:cubicBezTo>
                <a:cubicBezTo>
                  <a:pt x="6667557" y="1587501"/>
                  <a:pt x="6654822" y="1586753"/>
                  <a:pt x="6644556" y="1595940"/>
                </a:cubicBezTo>
                <a:cubicBezTo>
                  <a:pt x="6608615" y="1597269"/>
                  <a:pt x="6597697" y="1587005"/>
                  <a:pt x="6577106" y="1598261"/>
                </a:cubicBezTo>
                <a:lnTo>
                  <a:pt x="6544183" y="1596149"/>
                </a:lnTo>
                <a:lnTo>
                  <a:pt x="6540921" y="1593857"/>
                </a:lnTo>
                <a:lnTo>
                  <a:pt x="6535046" y="1593283"/>
                </a:lnTo>
                <a:lnTo>
                  <a:pt x="6519853" y="1595771"/>
                </a:lnTo>
                <a:lnTo>
                  <a:pt x="6514280" y="1597376"/>
                </a:lnTo>
                <a:cubicBezTo>
                  <a:pt x="6510385" y="1598232"/>
                  <a:pt x="6507735" y="1598481"/>
                  <a:pt x="6505824" y="1598298"/>
                </a:cubicBezTo>
                <a:lnTo>
                  <a:pt x="6505573" y="1598109"/>
                </a:lnTo>
                <a:lnTo>
                  <a:pt x="6497741" y="1599392"/>
                </a:lnTo>
                <a:cubicBezTo>
                  <a:pt x="6484628" y="1602044"/>
                  <a:pt x="6471968" y="1605085"/>
                  <a:pt x="6459992" y="1608358"/>
                </a:cubicBezTo>
                <a:cubicBezTo>
                  <a:pt x="6447037" y="1597612"/>
                  <a:pt x="6404274" y="1616787"/>
                  <a:pt x="6404572" y="1593771"/>
                </a:cubicBezTo>
                <a:cubicBezTo>
                  <a:pt x="6388277" y="1597519"/>
                  <a:pt x="6380141" y="1607970"/>
                  <a:pt x="6382671" y="1592612"/>
                </a:cubicBezTo>
                <a:lnTo>
                  <a:pt x="6369843" y="1590015"/>
                </a:lnTo>
                <a:lnTo>
                  <a:pt x="6269740" y="1614633"/>
                </a:lnTo>
                <a:lnTo>
                  <a:pt x="6255405" y="1620529"/>
                </a:lnTo>
                <a:cubicBezTo>
                  <a:pt x="6250911" y="1623016"/>
                  <a:pt x="6247090" y="1625968"/>
                  <a:pt x="6244248" y="1629561"/>
                </a:cubicBezTo>
                <a:cubicBezTo>
                  <a:pt x="6188859" y="1618246"/>
                  <a:pt x="6143250" y="1639346"/>
                  <a:pt x="6086396" y="1642666"/>
                </a:cubicBezTo>
                <a:cubicBezTo>
                  <a:pt x="6024311" y="1653696"/>
                  <a:pt x="5889522" y="1686499"/>
                  <a:pt x="5867429" y="1695554"/>
                </a:cubicBezTo>
                <a:cubicBezTo>
                  <a:pt x="5848669" y="1700350"/>
                  <a:pt x="5763994" y="1699795"/>
                  <a:pt x="5772864" y="1689002"/>
                </a:cubicBezTo>
                <a:cubicBezTo>
                  <a:pt x="5718480" y="1716048"/>
                  <a:pt x="5694188" y="1696562"/>
                  <a:pt x="5629833" y="1713273"/>
                </a:cubicBezTo>
                <a:lnTo>
                  <a:pt x="5504771" y="1725744"/>
                </a:lnTo>
                <a:lnTo>
                  <a:pt x="5490967" y="1726367"/>
                </a:lnTo>
                <a:lnTo>
                  <a:pt x="5486015" y="1721481"/>
                </a:lnTo>
                <a:lnTo>
                  <a:pt x="5439364" y="1721349"/>
                </a:lnTo>
                <a:cubicBezTo>
                  <a:pt x="5418850" y="1733129"/>
                  <a:pt x="5381503" y="1725668"/>
                  <a:pt x="5350025" y="1729885"/>
                </a:cubicBezTo>
                <a:lnTo>
                  <a:pt x="5336104" y="1734377"/>
                </a:lnTo>
                <a:lnTo>
                  <a:pt x="5245234" y="1738520"/>
                </a:lnTo>
                <a:lnTo>
                  <a:pt x="5182955" y="1744622"/>
                </a:lnTo>
                <a:lnTo>
                  <a:pt x="5169506" y="1748993"/>
                </a:lnTo>
                <a:lnTo>
                  <a:pt x="5154299" y="1744080"/>
                </a:lnTo>
                <a:cubicBezTo>
                  <a:pt x="5152463" y="1742751"/>
                  <a:pt x="5150989" y="1741283"/>
                  <a:pt x="5149917" y="1739727"/>
                </a:cubicBezTo>
                <a:lnTo>
                  <a:pt x="5100319" y="1745797"/>
                </a:lnTo>
                <a:lnTo>
                  <a:pt x="5094361" y="1745767"/>
                </a:lnTo>
                <a:lnTo>
                  <a:pt x="5053410" y="1742790"/>
                </a:lnTo>
                <a:lnTo>
                  <a:pt x="4992711" y="1734075"/>
                </a:lnTo>
                <a:cubicBezTo>
                  <a:pt x="4972764" y="1728527"/>
                  <a:pt x="4955480" y="1708667"/>
                  <a:pt x="4930098" y="1717312"/>
                </a:cubicBezTo>
                <a:cubicBezTo>
                  <a:pt x="4936142" y="1706767"/>
                  <a:pt x="4900350" y="1719438"/>
                  <a:pt x="4893834" y="1710028"/>
                </a:cubicBezTo>
                <a:cubicBezTo>
                  <a:pt x="4890113" y="1702277"/>
                  <a:pt x="4878389" y="1704314"/>
                  <a:pt x="4868730" y="1702384"/>
                </a:cubicBezTo>
                <a:cubicBezTo>
                  <a:pt x="4860577" y="1694955"/>
                  <a:pt x="4813519" y="1692594"/>
                  <a:pt x="4797925" y="1695535"/>
                </a:cubicBezTo>
                <a:cubicBezTo>
                  <a:pt x="4754973" y="1708626"/>
                  <a:pt x="4712186" y="1679830"/>
                  <a:pt x="4677670" y="1689453"/>
                </a:cubicBezTo>
                <a:cubicBezTo>
                  <a:pt x="4650390" y="1686902"/>
                  <a:pt x="4641786" y="1682702"/>
                  <a:pt x="4634248" y="1680227"/>
                </a:cubicBezTo>
                <a:lnTo>
                  <a:pt x="4632434" y="1674607"/>
                </a:lnTo>
                <a:lnTo>
                  <a:pt x="4619204" y="1672507"/>
                </a:lnTo>
                <a:lnTo>
                  <a:pt x="4616283" y="1670977"/>
                </a:lnTo>
                <a:cubicBezTo>
                  <a:pt x="4610716" y="1668036"/>
                  <a:pt x="4605090" y="1665277"/>
                  <a:pt x="4598926" y="1663178"/>
                </a:cubicBezTo>
                <a:cubicBezTo>
                  <a:pt x="4588025" y="1686237"/>
                  <a:pt x="4544698" y="1649138"/>
                  <a:pt x="4547069" y="1670642"/>
                </a:cubicBezTo>
                <a:lnTo>
                  <a:pt x="4523516" y="1669785"/>
                </a:lnTo>
                <a:lnTo>
                  <a:pt x="4500586" y="1675912"/>
                </a:lnTo>
                <a:lnTo>
                  <a:pt x="4488196" y="1683463"/>
                </a:lnTo>
                <a:lnTo>
                  <a:pt x="4445463" y="1695634"/>
                </a:lnTo>
                <a:lnTo>
                  <a:pt x="4446550" y="1680538"/>
                </a:lnTo>
                <a:lnTo>
                  <a:pt x="4365375" y="1697935"/>
                </a:lnTo>
                <a:lnTo>
                  <a:pt x="4305123" y="1714185"/>
                </a:lnTo>
                <a:lnTo>
                  <a:pt x="4292665" y="1720703"/>
                </a:lnTo>
                <a:lnTo>
                  <a:pt x="4276789" y="1718367"/>
                </a:lnTo>
                <a:cubicBezTo>
                  <a:pt x="4274740" y="1717359"/>
                  <a:pt x="4273021" y="1716157"/>
                  <a:pt x="4271683" y="1714801"/>
                </a:cubicBezTo>
                <a:lnTo>
                  <a:pt x="4223918" y="1728936"/>
                </a:lnTo>
                <a:lnTo>
                  <a:pt x="4218039" y="1729885"/>
                </a:lnTo>
                <a:lnTo>
                  <a:pt x="4177153" y="1733691"/>
                </a:lnTo>
                <a:lnTo>
                  <a:pt x="4051032" y="1728886"/>
                </a:lnTo>
                <a:cubicBezTo>
                  <a:pt x="4055072" y="1717510"/>
                  <a:pt x="4022108" y="1735873"/>
                  <a:pt x="4013978" y="1727679"/>
                </a:cubicBezTo>
                <a:cubicBezTo>
                  <a:pt x="4008905" y="1720660"/>
                  <a:pt x="3997723" y="1724594"/>
                  <a:pt x="3987857" y="1724282"/>
                </a:cubicBezTo>
                <a:cubicBezTo>
                  <a:pt x="3978476" y="1718309"/>
                  <a:pt x="3931683" y="1723723"/>
                  <a:pt x="3916852" y="1729184"/>
                </a:cubicBezTo>
                <a:cubicBezTo>
                  <a:pt x="3876910" y="1749138"/>
                  <a:pt x="3829523" y="1727824"/>
                  <a:pt x="3797263" y="1742976"/>
                </a:cubicBezTo>
                <a:cubicBezTo>
                  <a:pt x="3769922" y="1744951"/>
                  <a:pt x="3760682" y="1742230"/>
                  <a:pt x="3752806" y="1741033"/>
                </a:cubicBezTo>
                <a:lnTo>
                  <a:pt x="3749997" y="1735799"/>
                </a:lnTo>
                <a:lnTo>
                  <a:pt x="3736582" y="1735907"/>
                </a:lnTo>
                <a:lnTo>
                  <a:pt x="3733428" y="1734881"/>
                </a:lnTo>
                <a:cubicBezTo>
                  <a:pt x="3727408" y="1732899"/>
                  <a:pt x="3721365" y="1731108"/>
                  <a:pt x="3714911" y="1730056"/>
                </a:cubicBezTo>
                <a:cubicBezTo>
                  <a:pt x="3708355" y="1754554"/>
                  <a:pt x="3658933" y="1725152"/>
                  <a:pt x="3665172" y="1745936"/>
                </a:cubicBezTo>
                <a:cubicBezTo>
                  <a:pt x="3628569" y="1744420"/>
                  <a:pt x="3583742" y="1775884"/>
                  <a:pt x="3552006" y="1755220"/>
                </a:cubicBezTo>
                <a:cubicBezTo>
                  <a:pt x="3497522" y="1758390"/>
                  <a:pt x="3448310" y="1757433"/>
                  <a:pt x="3390301" y="1762546"/>
                </a:cubicBezTo>
                <a:cubicBezTo>
                  <a:pt x="3345266" y="1774524"/>
                  <a:pt x="3297039" y="1758531"/>
                  <a:pt x="3264312" y="1774620"/>
                </a:cubicBezTo>
                <a:cubicBezTo>
                  <a:pt x="3212634" y="1771139"/>
                  <a:pt x="3147905" y="1780248"/>
                  <a:pt x="3106901" y="1804264"/>
                </a:cubicBezTo>
                <a:cubicBezTo>
                  <a:pt x="3051355" y="1805490"/>
                  <a:pt x="3041708" y="1820368"/>
                  <a:pt x="2993303" y="1806542"/>
                </a:cubicBezTo>
                <a:cubicBezTo>
                  <a:pt x="2989182" y="1810139"/>
                  <a:pt x="2984377" y="1813039"/>
                  <a:pt x="2979115" y="1815432"/>
                </a:cubicBezTo>
                <a:lnTo>
                  <a:pt x="2963118" y="1820962"/>
                </a:lnTo>
                <a:lnTo>
                  <a:pt x="2961156" y="1820297"/>
                </a:lnTo>
                <a:lnTo>
                  <a:pt x="2925719" y="1828468"/>
                </a:lnTo>
                <a:lnTo>
                  <a:pt x="2857951" y="1842496"/>
                </a:lnTo>
                <a:lnTo>
                  <a:pt x="2857427" y="1841591"/>
                </a:lnTo>
                <a:cubicBezTo>
                  <a:pt x="2855386" y="1839734"/>
                  <a:pt x="2852250" y="1838690"/>
                  <a:pt x="2846731" y="1839316"/>
                </a:cubicBezTo>
                <a:cubicBezTo>
                  <a:pt x="2855175" y="1823564"/>
                  <a:pt x="2843311" y="1834035"/>
                  <a:pt x="2826290" y="1837274"/>
                </a:cubicBezTo>
                <a:cubicBezTo>
                  <a:pt x="2835609" y="1813530"/>
                  <a:pt x="2787284" y="1831665"/>
                  <a:pt x="2779146" y="1820071"/>
                </a:cubicBezTo>
                <a:cubicBezTo>
                  <a:pt x="2766432" y="1822985"/>
                  <a:pt x="2753158" y="1825635"/>
                  <a:pt x="2739608" y="1827861"/>
                </a:cubicBezTo>
                <a:lnTo>
                  <a:pt x="2731631" y="1828881"/>
                </a:lnTo>
                <a:cubicBezTo>
                  <a:pt x="2731575" y="1828813"/>
                  <a:pt x="2731521" y="1828744"/>
                  <a:pt x="2731464" y="1828677"/>
                </a:cubicBezTo>
                <a:cubicBezTo>
                  <a:pt x="2729715" y="1828415"/>
                  <a:pt x="2727085" y="1828569"/>
                  <a:pt x="2723037" y="1829303"/>
                </a:cubicBezTo>
                <a:lnTo>
                  <a:pt x="2701616" y="1832725"/>
                </a:lnTo>
                <a:lnTo>
                  <a:pt x="2696239" y="1831904"/>
                </a:lnTo>
                <a:lnTo>
                  <a:pt x="2663445" y="1825958"/>
                </a:lnTo>
                <a:cubicBezTo>
                  <a:pt x="2641260" y="1825904"/>
                  <a:pt x="2595040" y="1827674"/>
                  <a:pt x="2560925" y="1829094"/>
                </a:cubicBezTo>
                <a:cubicBezTo>
                  <a:pt x="2527977" y="1836499"/>
                  <a:pt x="2496507" y="1831991"/>
                  <a:pt x="2458739" y="1834479"/>
                </a:cubicBezTo>
                <a:cubicBezTo>
                  <a:pt x="2419379" y="1848893"/>
                  <a:pt x="2396428" y="1834257"/>
                  <a:pt x="2356074" y="1836991"/>
                </a:cubicBezTo>
                <a:cubicBezTo>
                  <a:pt x="2323435" y="1857644"/>
                  <a:pt x="2325610" y="1826053"/>
                  <a:pt x="2304241" y="1822021"/>
                </a:cubicBezTo>
                <a:lnTo>
                  <a:pt x="2298362" y="1822125"/>
                </a:lnTo>
                <a:lnTo>
                  <a:pt x="2283527" y="1826361"/>
                </a:lnTo>
                <a:lnTo>
                  <a:pt x="2278150" y="1828604"/>
                </a:lnTo>
                <a:cubicBezTo>
                  <a:pt x="2274371" y="1829907"/>
                  <a:pt x="2271762" y="1830461"/>
                  <a:pt x="2269853" y="1830502"/>
                </a:cubicBezTo>
                <a:lnTo>
                  <a:pt x="2269585" y="1830341"/>
                </a:lnTo>
                <a:lnTo>
                  <a:pt x="2225332" y="1845825"/>
                </a:lnTo>
                <a:cubicBezTo>
                  <a:pt x="2211505" y="1836594"/>
                  <a:pt x="2170867" y="1860661"/>
                  <a:pt x="2169048" y="1837658"/>
                </a:cubicBezTo>
                <a:cubicBezTo>
                  <a:pt x="2153238" y="1843278"/>
                  <a:pt x="2146132" y="1854645"/>
                  <a:pt x="2147231" y="1839027"/>
                </a:cubicBezTo>
                <a:cubicBezTo>
                  <a:pt x="2141901" y="1840465"/>
                  <a:pt x="2138205" y="1840014"/>
                  <a:pt x="2135241" y="1838652"/>
                </a:cubicBezTo>
                <a:lnTo>
                  <a:pt x="2099215" y="1850768"/>
                </a:lnTo>
                <a:lnTo>
                  <a:pt x="2094046" y="1850806"/>
                </a:lnTo>
                <a:lnTo>
                  <a:pt x="2071850" y="1861319"/>
                </a:lnTo>
                <a:lnTo>
                  <a:pt x="2039607" y="1874318"/>
                </a:lnTo>
                <a:lnTo>
                  <a:pt x="2037289" y="1874025"/>
                </a:lnTo>
                <a:lnTo>
                  <a:pt x="2023615" y="1881562"/>
                </a:lnTo>
                <a:cubicBezTo>
                  <a:pt x="2019390" y="1884562"/>
                  <a:pt x="1959668" y="1894795"/>
                  <a:pt x="1957176" y="1898709"/>
                </a:cubicBezTo>
                <a:cubicBezTo>
                  <a:pt x="1901224" y="1893805"/>
                  <a:pt x="1914145" y="1913274"/>
                  <a:pt x="1858081" y="1923144"/>
                </a:cubicBezTo>
                <a:cubicBezTo>
                  <a:pt x="1819487" y="1923227"/>
                  <a:pt x="1798952" y="1929741"/>
                  <a:pt x="1738865" y="1944965"/>
                </a:cubicBezTo>
                <a:cubicBezTo>
                  <a:pt x="1698633" y="1955957"/>
                  <a:pt x="1670491" y="1978862"/>
                  <a:pt x="1616692" y="1989107"/>
                </a:cubicBezTo>
                <a:cubicBezTo>
                  <a:pt x="1565257" y="2022368"/>
                  <a:pt x="1474172" y="2022156"/>
                  <a:pt x="1411898" y="2046254"/>
                </a:cubicBezTo>
                <a:cubicBezTo>
                  <a:pt x="1380237" y="2035952"/>
                  <a:pt x="1386648" y="2042292"/>
                  <a:pt x="1375780" y="2047961"/>
                </a:cubicBezTo>
                <a:cubicBezTo>
                  <a:pt x="1375756" y="2047968"/>
                  <a:pt x="1375731" y="2047974"/>
                  <a:pt x="1375707" y="2047981"/>
                </a:cubicBezTo>
                <a:lnTo>
                  <a:pt x="1285585" y="2047113"/>
                </a:lnTo>
                <a:cubicBezTo>
                  <a:pt x="1279541" y="2043453"/>
                  <a:pt x="1272537" y="2040974"/>
                  <a:pt x="1263658" y="2041397"/>
                </a:cubicBezTo>
                <a:cubicBezTo>
                  <a:pt x="1212454" y="2058890"/>
                  <a:pt x="1258499" y="2026611"/>
                  <a:pt x="1170403" y="2033399"/>
                </a:cubicBezTo>
                <a:cubicBezTo>
                  <a:pt x="1166530" y="2036274"/>
                  <a:pt x="1154254" y="2033463"/>
                  <a:pt x="1153718" y="2029576"/>
                </a:cubicBezTo>
                <a:cubicBezTo>
                  <a:pt x="1148486" y="2030819"/>
                  <a:pt x="1137980" y="2038354"/>
                  <a:pt x="1133937" y="2032149"/>
                </a:cubicBezTo>
                <a:cubicBezTo>
                  <a:pt x="1104720" y="2031606"/>
                  <a:pt x="1077532" y="2035424"/>
                  <a:pt x="1054999" y="2043242"/>
                </a:cubicBezTo>
                <a:cubicBezTo>
                  <a:pt x="1024875" y="2038090"/>
                  <a:pt x="1020473" y="2042711"/>
                  <a:pt x="1018405" y="2048281"/>
                </a:cubicBezTo>
                <a:lnTo>
                  <a:pt x="1016563" y="2051718"/>
                </a:lnTo>
                <a:lnTo>
                  <a:pt x="1008284" y="2046742"/>
                </a:lnTo>
                <a:cubicBezTo>
                  <a:pt x="999244" y="2043620"/>
                  <a:pt x="990505" y="2044937"/>
                  <a:pt x="981974" y="2048363"/>
                </a:cubicBezTo>
                <a:lnTo>
                  <a:pt x="971903" y="2053484"/>
                </a:lnTo>
                <a:lnTo>
                  <a:pt x="954015" y="2052529"/>
                </a:lnTo>
                <a:cubicBezTo>
                  <a:pt x="931960" y="2051365"/>
                  <a:pt x="861352" y="2046214"/>
                  <a:pt x="839571" y="2046509"/>
                </a:cubicBezTo>
                <a:lnTo>
                  <a:pt x="823321" y="2054296"/>
                </a:lnTo>
                <a:lnTo>
                  <a:pt x="800990" y="2051523"/>
                </a:lnTo>
                <a:cubicBezTo>
                  <a:pt x="790723" y="2052171"/>
                  <a:pt x="782268" y="2055403"/>
                  <a:pt x="776439" y="2062634"/>
                </a:cubicBezTo>
                <a:cubicBezTo>
                  <a:pt x="773155" y="2056184"/>
                  <a:pt x="769593" y="2059253"/>
                  <a:pt x="763041" y="2063995"/>
                </a:cubicBezTo>
                <a:lnTo>
                  <a:pt x="757863" y="2065877"/>
                </a:lnTo>
                <a:lnTo>
                  <a:pt x="745053" y="2051831"/>
                </a:lnTo>
                <a:lnTo>
                  <a:pt x="722609" y="2049504"/>
                </a:lnTo>
                <a:lnTo>
                  <a:pt x="717618" y="2042131"/>
                </a:lnTo>
                <a:lnTo>
                  <a:pt x="703285" y="2046808"/>
                </a:lnTo>
                <a:cubicBezTo>
                  <a:pt x="698219" y="2048137"/>
                  <a:pt x="690058" y="2049926"/>
                  <a:pt x="680199" y="2051947"/>
                </a:cubicBezTo>
                <a:lnTo>
                  <a:pt x="667351" y="2054469"/>
                </a:lnTo>
                <a:lnTo>
                  <a:pt x="660961" y="2049404"/>
                </a:lnTo>
                <a:lnTo>
                  <a:pt x="638282" y="2060093"/>
                </a:lnTo>
                <a:lnTo>
                  <a:pt x="583551" y="2070197"/>
                </a:lnTo>
                <a:cubicBezTo>
                  <a:pt x="569268" y="2091365"/>
                  <a:pt x="529124" y="2053106"/>
                  <a:pt x="525274" y="2079137"/>
                </a:cubicBezTo>
                <a:cubicBezTo>
                  <a:pt x="506495" y="2056498"/>
                  <a:pt x="440091" y="2069666"/>
                  <a:pt x="405635" y="2059339"/>
                </a:cubicBezTo>
                <a:cubicBezTo>
                  <a:pt x="397410" y="2069278"/>
                  <a:pt x="294416" y="2032966"/>
                  <a:pt x="281555" y="2022847"/>
                </a:cubicBezTo>
                <a:cubicBezTo>
                  <a:pt x="171589" y="1986245"/>
                  <a:pt x="126791" y="1985528"/>
                  <a:pt x="98513" y="1969504"/>
                </a:cubicBezTo>
                <a:cubicBezTo>
                  <a:pt x="85544" y="1965247"/>
                  <a:pt x="73324" y="1958000"/>
                  <a:pt x="56191" y="1950709"/>
                </a:cubicBezTo>
                <a:lnTo>
                  <a:pt x="0" y="19357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8E93796-E62C-1E6E-593A-5CFBE71C3D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6" y="548640"/>
            <a:ext cx="9543405" cy="118872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System Overview and 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C9BA76-5C4A-BC31-3048-E11B7BED6B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81328" y="2285996"/>
            <a:ext cx="9199113" cy="3684899"/>
          </a:xfrm>
        </p:spPr>
        <p:txBody>
          <a:bodyPr anchor="ctr">
            <a:normAutofit fontScale="92500"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The prototype is a self-paced VR learning environment for exploring instruction execution through a </a:t>
            </a:r>
            <a:r>
              <a:rPr lang="en-US" sz="24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single-cycle MIPS </a:t>
            </a:r>
            <a:r>
              <a:rPr lang="en-US" sz="2400" b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datapath</a:t>
            </a:r>
            <a:r>
              <a:rPr lang="en-US" sz="24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.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Learners progress through dedicated stations representing </a:t>
            </a:r>
            <a:r>
              <a:rPr lang="en-US" sz="24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Instruction Fetch, Instruction Decode, Execute, Memory Access, Write-Back, and PC Update.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The lesson environment supports </a:t>
            </a:r>
            <a:r>
              <a:rPr lang="en-US" sz="24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Learning, Practice, and Test</a:t>
            </a: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modes.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The project focuses on a selected set of supported instructions rather than attempting to recreate a complete processor simulator.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Its scope is guided by explicit learning outcomes centered on decoding, tracing, decision-making, and reasoning about state changes.</a:t>
            </a:r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142DCE2C-2863-46FA-9BE7-24365A24D9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24586" y="5970896"/>
            <a:ext cx="9967416" cy="887104"/>
          </a:xfrm>
          <a:custGeom>
            <a:avLst/>
            <a:gdLst>
              <a:gd name="connsiteX0" fmla="*/ 4686423 w 9517857"/>
              <a:gd name="connsiteY0" fmla="*/ 247919 h 918356"/>
              <a:gd name="connsiteX1" fmla="*/ 4689051 w 9517857"/>
              <a:gd name="connsiteY1" fmla="*/ 250968 h 918356"/>
              <a:gd name="connsiteX2" fmla="*/ 4687244 w 9517857"/>
              <a:gd name="connsiteY2" fmla="*/ 251298 h 918356"/>
              <a:gd name="connsiteX3" fmla="*/ 4685225 w 9517857"/>
              <a:gd name="connsiteY3" fmla="*/ 246530 h 918356"/>
              <a:gd name="connsiteX4" fmla="*/ 4686133 w 9517857"/>
              <a:gd name="connsiteY4" fmla="*/ 246727 h 918356"/>
              <a:gd name="connsiteX5" fmla="*/ 4686423 w 9517857"/>
              <a:gd name="connsiteY5" fmla="*/ 247919 h 918356"/>
              <a:gd name="connsiteX6" fmla="*/ 9517856 w 9517857"/>
              <a:gd name="connsiteY6" fmla="*/ 0 h 918356"/>
              <a:gd name="connsiteX7" fmla="*/ 9517857 w 9517857"/>
              <a:gd name="connsiteY7" fmla="*/ 12 h 918356"/>
              <a:gd name="connsiteX8" fmla="*/ 9517857 w 9517857"/>
              <a:gd name="connsiteY8" fmla="*/ 918356 h 918356"/>
              <a:gd name="connsiteX9" fmla="*/ 14604 w 9517857"/>
              <a:gd name="connsiteY9" fmla="*/ 918356 h 918356"/>
              <a:gd name="connsiteX10" fmla="*/ 12841 w 9517857"/>
              <a:gd name="connsiteY10" fmla="*/ 917763 h 918356"/>
              <a:gd name="connsiteX11" fmla="*/ 93 w 9517857"/>
              <a:gd name="connsiteY11" fmla="*/ 912471 h 918356"/>
              <a:gd name="connsiteX12" fmla="*/ 58674 w 9517857"/>
              <a:gd name="connsiteY12" fmla="*/ 890322 h 918356"/>
              <a:gd name="connsiteX13" fmla="*/ 275005 w 9517857"/>
              <a:gd name="connsiteY13" fmla="*/ 807229 h 918356"/>
              <a:gd name="connsiteX14" fmla="*/ 587824 w 9517857"/>
              <a:gd name="connsiteY14" fmla="*/ 798195 h 918356"/>
              <a:gd name="connsiteX15" fmla="*/ 651826 w 9517857"/>
              <a:gd name="connsiteY15" fmla="*/ 738338 h 918356"/>
              <a:gd name="connsiteX16" fmla="*/ 727985 w 9517857"/>
              <a:gd name="connsiteY16" fmla="*/ 719826 h 918356"/>
              <a:gd name="connsiteX17" fmla="*/ 778982 w 9517857"/>
              <a:gd name="connsiteY17" fmla="*/ 710142 h 918356"/>
              <a:gd name="connsiteX18" fmla="*/ 849944 w 9517857"/>
              <a:gd name="connsiteY18" fmla="*/ 717987 h 918356"/>
              <a:gd name="connsiteX19" fmla="*/ 921659 w 9517857"/>
              <a:gd name="connsiteY19" fmla="*/ 712695 h 918356"/>
              <a:gd name="connsiteX20" fmla="*/ 930946 w 9517857"/>
              <a:gd name="connsiteY20" fmla="*/ 734046 h 918356"/>
              <a:gd name="connsiteX21" fmla="*/ 986250 w 9517857"/>
              <a:gd name="connsiteY21" fmla="*/ 713530 h 918356"/>
              <a:gd name="connsiteX22" fmla="*/ 1013752 w 9517857"/>
              <a:gd name="connsiteY22" fmla="*/ 713361 h 918356"/>
              <a:gd name="connsiteX23" fmla="*/ 1023734 w 9517857"/>
              <a:gd name="connsiteY23" fmla="*/ 718571 h 918356"/>
              <a:gd name="connsiteX24" fmla="*/ 1063207 w 9517857"/>
              <a:gd name="connsiteY24" fmla="*/ 715651 h 918356"/>
              <a:gd name="connsiteX25" fmla="*/ 1081980 w 9517857"/>
              <a:gd name="connsiteY25" fmla="*/ 738455 h 918356"/>
              <a:gd name="connsiteX26" fmla="*/ 1218120 w 9517857"/>
              <a:gd name="connsiteY26" fmla="*/ 713280 h 918356"/>
              <a:gd name="connsiteX27" fmla="*/ 1397459 w 9517857"/>
              <a:gd name="connsiteY27" fmla="*/ 691190 h 918356"/>
              <a:gd name="connsiteX28" fmla="*/ 1580688 w 9517857"/>
              <a:gd name="connsiteY28" fmla="*/ 693697 h 918356"/>
              <a:gd name="connsiteX29" fmla="*/ 1772334 w 9517857"/>
              <a:gd name="connsiteY29" fmla="*/ 710640 h 918356"/>
              <a:gd name="connsiteX30" fmla="*/ 2002561 w 9517857"/>
              <a:gd name="connsiteY30" fmla="*/ 659917 h 918356"/>
              <a:gd name="connsiteX31" fmla="*/ 2135144 w 9517857"/>
              <a:gd name="connsiteY31" fmla="*/ 636501 h 918356"/>
              <a:gd name="connsiteX32" fmla="*/ 2440292 w 9517857"/>
              <a:gd name="connsiteY32" fmla="*/ 593862 h 918356"/>
              <a:gd name="connsiteX33" fmla="*/ 2547829 w 9517857"/>
              <a:gd name="connsiteY33" fmla="*/ 566150 h 918356"/>
              <a:gd name="connsiteX34" fmla="*/ 2658055 w 9517857"/>
              <a:gd name="connsiteY34" fmla="*/ 578727 h 918356"/>
              <a:gd name="connsiteX35" fmla="*/ 2693698 w 9517857"/>
              <a:gd name="connsiteY35" fmla="*/ 560029 h 918356"/>
              <a:gd name="connsiteX36" fmla="*/ 2699673 w 9517857"/>
              <a:gd name="connsiteY36" fmla="*/ 556400 h 918356"/>
              <a:gd name="connsiteX37" fmla="*/ 2727306 w 9517857"/>
              <a:gd name="connsiteY37" fmla="*/ 550698 h 918356"/>
              <a:gd name="connsiteX38" fmla="*/ 2730451 w 9517857"/>
              <a:gd name="connsiteY38" fmla="*/ 538058 h 918356"/>
              <a:gd name="connsiteX39" fmla="*/ 2768713 w 9517857"/>
              <a:gd name="connsiteY39" fmla="*/ 521575 h 918356"/>
              <a:gd name="connsiteX40" fmla="*/ 2820868 w 9517857"/>
              <a:gd name="connsiteY40" fmla="*/ 514160 h 918356"/>
              <a:gd name="connsiteX41" fmla="*/ 3073635 w 9517857"/>
              <a:gd name="connsiteY41" fmla="*/ 491294 h 918356"/>
              <a:gd name="connsiteX42" fmla="*/ 3222071 w 9517857"/>
              <a:gd name="connsiteY42" fmla="*/ 470559 h 918356"/>
              <a:gd name="connsiteX43" fmla="*/ 3274069 w 9517857"/>
              <a:gd name="connsiteY43" fmla="*/ 451605 h 918356"/>
              <a:gd name="connsiteX44" fmla="*/ 3349632 w 9517857"/>
              <a:gd name="connsiteY44" fmla="*/ 432583 h 918356"/>
              <a:gd name="connsiteX45" fmla="*/ 3479593 w 9517857"/>
              <a:gd name="connsiteY45" fmla="*/ 390437 h 918356"/>
              <a:gd name="connsiteX46" fmla="*/ 3660110 w 9517857"/>
              <a:gd name="connsiteY46" fmla="*/ 348726 h 918356"/>
              <a:gd name="connsiteX47" fmla="*/ 3750023 w 9517857"/>
              <a:gd name="connsiteY47" fmla="*/ 370678 h 918356"/>
              <a:gd name="connsiteX48" fmla="*/ 3844133 w 9517857"/>
              <a:gd name="connsiteY48" fmla="*/ 360648 h 918356"/>
              <a:gd name="connsiteX49" fmla="*/ 3913545 w 9517857"/>
              <a:gd name="connsiteY49" fmla="*/ 344235 h 918356"/>
              <a:gd name="connsiteX50" fmla="*/ 4266740 w 9517857"/>
              <a:gd name="connsiteY50" fmla="*/ 361454 h 918356"/>
              <a:gd name="connsiteX51" fmla="*/ 4430770 w 9517857"/>
              <a:gd name="connsiteY51" fmla="*/ 342643 h 918356"/>
              <a:gd name="connsiteX52" fmla="*/ 4512664 w 9517857"/>
              <a:gd name="connsiteY52" fmla="*/ 319948 h 918356"/>
              <a:gd name="connsiteX53" fmla="*/ 4616423 w 9517857"/>
              <a:gd name="connsiteY53" fmla="*/ 290914 h 918356"/>
              <a:gd name="connsiteX54" fmla="*/ 4691675 w 9517857"/>
              <a:gd name="connsiteY54" fmla="*/ 254011 h 918356"/>
              <a:gd name="connsiteX55" fmla="*/ 4689051 w 9517857"/>
              <a:gd name="connsiteY55" fmla="*/ 250968 h 918356"/>
              <a:gd name="connsiteX56" fmla="*/ 4719994 w 9517857"/>
              <a:gd name="connsiteY56" fmla="*/ 245307 h 918356"/>
              <a:gd name="connsiteX57" fmla="*/ 4752894 w 9517857"/>
              <a:gd name="connsiteY57" fmla="*/ 239875 h 918356"/>
              <a:gd name="connsiteX58" fmla="*/ 4769329 w 9517857"/>
              <a:gd name="connsiteY58" fmla="*/ 233585 h 918356"/>
              <a:gd name="connsiteX59" fmla="*/ 4775634 w 9517857"/>
              <a:gd name="connsiteY59" fmla="*/ 234063 h 918356"/>
              <a:gd name="connsiteX60" fmla="*/ 4790452 w 9517857"/>
              <a:gd name="connsiteY60" fmla="*/ 233572 h 918356"/>
              <a:gd name="connsiteX61" fmla="*/ 4789062 w 9517857"/>
              <a:gd name="connsiteY61" fmla="*/ 241924 h 918356"/>
              <a:gd name="connsiteX62" fmla="*/ 4827826 w 9517857"/>
              <a:gd name="connsiteY62" fmla="*/ 246977 h 918356"/>
              <a:gd name="connsiteX63" fmla="*/ 4892569 w 9517857"/>
              <a:gd name="connsiteY63" fmla="*/ 249933 h 918356"/>
              <a:gd name="connsiteX64" fmla="*/ 4896611 w 9517857"/>
              <a:gd name="connsiteY64" fmla="*/ 240448 h 918356"/>
              <a:gd name="connsiteX65" fmla="*/ 4917286 w 9517857"/>
              <a:gd name="connsiteY65" fmla="*/ 243659 h 918356"/>
              <a:gd name="connsiteX66" fmla="*/ 4981173 w 9517857"/>
              <a:gd name="connsiteY66" fmla="*/ 247103 h 918356"/>
              <a:gd name="connsiteX67" fmla="*/ 5060397 w 9517857"/>
              <a:gd name="connsiteY67" fmla="*/ 263688 h 918356"/>
              <a:gd name="connsiteX68" fmla="*/ 5252996 w 9517857"/>
              <a:gd name="connsiteY68" fmla="*/ 270655 h 918356"/>
              <a:gd name="connsiteX69" fmla="*/ 5358056 w 9517857"/>
              <a:gd name="connsiteY69" fmla="*/ 247248 h 918356"/>
              <a:gd name="connsiteX70" fmla="*/ 5426496 w 9517857"/>
              <a:gd name="connsiteY70" fmla="*/ 235142 h 918356"/>
              <a:gd name="connsiteX71" fmla="*/ 5497161 w 9517857"/>
              <a:gd name="connsiteY71" fmla="*/ 228808 h 918356"/>
              <a:gd name="connsiteX72" fmla="*/ 5826043 w 9517857"/>
              <a:gd name="connsiteY72" fmla="*/ 148073 h 918356"/>
              <a:gd name="connsiteX73" fmla="*/ 6013415 w 9517857"/>
              <a:gd name="connsiteY73" fmla="*/ 137316 h 918356"/>
              <a:gd name="connsiteX74" fmla="*/ 6080994 w 9517857"/>
              <a:gd name="connsiteY74" fmla="*/ 142938 h 918356"/>
              <a:gd name="connsiteX75" fmla="*/ 6194152 w 9517857"/>
              <a:gd name="connsiteY75" fmla="*/ 151772 h 918356"/>
              <a:gd name="connsiteX76" fmla="*/ 6281379 w 9517857"/>
              <a:gd name="connsiteY76" fmla="*/ 181626 h 918356"/>
              <a:gd name="connsiteX77" fmla="*/ 6374947 w 9517857"/>
              <a:gd name="connsiteY77" fmla="*/ 179799 h 918356"/>
              <a:gd name="connsiteX78" fmla="*/ 6448518 w 9517857"/>
              <a:gd name="connsiteY78" fmla="*/ 164378 h 918356"/>
              <a:gd name="connsiteX79" fmla="*/ 6544700 w 9517857"/>
              <a:gd name="connsiteY79" fmla="*/ 167161 h 918356"/>
              <a:gd name="connsiteX80" fmla="*/ 6648353 w 9517857"/>
              <a:gd name="connsiteY80" fmla="*/ 172250 h 918356"/>
              <a:gd name="connsiteX81" fmla="*/ 6736227 w 9517857"/>
              <a:gd name="connsiteY81" fmla="*/ 173216 h 918356"/>
              <a:gd name="connsiteX82" fmla="*/ 6977218 w 9517857"/>
              <a:gd name="connsiteY82" fmla="*/ 184289 h 918356"/>
              <a:gd name="connsiteX83" fmla="*/ 7065221 w 9517857"/>
              <a:gd name="connsiteY83" fmla="*/ 227531 h 918356"/>
              <a:gd name="connsiteX84" fmla="*/ 7366876 w 9517857"/>
              <a:gd name="connsiteY84" fmla="*/ 248468 h 918356"/>
              <a:gd name="connsiteX85" fmla="*/ 7565449 w 9517857"/>
              <a:gd name="connsiteY85" fmla="*/ 258950 h 918356"/>
              <a:gd name="connsiteX86" fmla="*/ 7599285 w 9517857"/>
              <a:gd name="connsiteY86" fmla="*/ 266021 h 918356"/>
              <a:gd name="connsiteX87" fmla="*/ 7644411 w 9517857"/>
              <a:gd name="connsiteY87" fmla="*/ 258986 h 918356"/>
              <a:gd name="connsiteX88" fmla="*/ 7825110 w 9517857"/>
              <a:gd name="connsiteY88" fmla="*/ 229109 h 918356"/>
              <a:gd name="connsiteX89" fmla="*/ 7965804 w 9517857"/>
              <a:gd name="connsiteY89" fmla="*/ 190545 h 918356"/>
              <a:gd name="connsiteX90" fmla="*/ 8147401 w 9517857"/>
              <a:gd name="connsiteY90" fmla="*/ 205617 h 918356"/>
              <a:gd name="connsiteX91" fmla="*/ 8256033 w 9517857"/>
              <a:gd name="connsiteY91" fmla="*/ 193713 h 918356"/>
              <a:gd name="connsiteX92" fmla="*/ 8410677 w 9517857"/>
              <a:gd name="connsiteY92" fmla="*/ 172167 h 918356"/>
              <a:gd name="connsiteX93" fmla="*/ 8617841 w 9517857"/>
              <a:gd name="connsiteY93" fmla="*/ 155167 h 918356"/>
              <a:gd name="connsiteX94" fmla="*/ 8715976 w 9517857"/>
              <a:gd name="connsiteY94" fmla="*/ 178374 h 918356"/>
              <a:gd name="connsiteX95" fmla="*/ 8778827 w 9517857"/>
              <a:gd name="connsiteY95" fmla="*/ 172936 h 918356"/>
              <a:gd name="connsiteX96" fmla="*/ 8840778 w 9517857"/>
              <a:gd name="connsiteY96" fmla="*/ 143149 h 918356"/>
              <a:gd name="connsiteX97" fmla="*/ 9010380 w 9517857"/>
              <a:gd name="connsiteY97" fmla="*/ 91891 h 918356"/>
              <a:gd name="connsiteX98" fmla="*/ 9110856 w 9517857"/>
              <a:gd name="connsiteY98" fmla="*/ 70997 h 918356"/>
              <a:gd name="connsiteX99" fmla="*/ 9268817 w 9517857"/>
              <a:gd name="connsiteY99" fmla="*/ 53082 h 918356"/>
              <a:gd name="connsiteX100" fmla="*/ 9316667 w 9517857"/>
              <a:gd name="connsiteY100" fmla="*/ 45047 h 918356"/>
              <a:gd name="connsiteX101" fmla="*/ 9428209 w 9517857"/>
              <a:gd name="connsiteY101" fmla="*/ 29923 h 9183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9517857" h="918356">
                <a:moveTo>
                  <a:pt x="4686423" y="247919"/>
                </a:moveTo>
                <a:lnTo>
                  <a:pt x="4689051" y="250968"/>
                </a:lnTo>
                <a:lnTo>
                  <a:pt x="4687244" y="251298"/>
                </a:lnTo>
                <a:close/>
                <a:moveTo>
                  <a:pt x="4685225" y="246530"/>
                </a:moveTo>
                <a:cubicBezTo>
                  <a:pt x="4688837" y="243198"/>
                  <a:pt x="4687468" y="244598"/>
                  <a:pt x="4686133" y="246727"/>
                </a:cubicBezTo>
                <a:lnTo>
                  <a:pt x="4686423" y="247919"/>
                </a:lnTo>
                <a:close/>
                <a:moveTo>
                  <a:pt x="9517856" y="0"/>
                </a:moveTo>
                <a:lnTo>
                  <a:pt x="9517857" y="12"/>
                </a:lnTo>
                <a:lnTo>
                  <a:pt x="9517857" y="918356"/>
                </a:lnTo>
                <a:lnTo>
                  <a:pt x="14604" y="918356"/>
                </a:lnTo>
                <a:lnTo>
                  <a:pt x="12841" y="917763"/>
                </a:lnTo>
                <a:cubicBezTo>
                  <a:pt x="4532" y="914864"/>
                  <a:pt x="-773" y="912807"/>
                  <a:pt x="93" y="912471"/>
                </a:cubicBezTo>
                <a:cubicBezTo>
                  <a:pt x="172" y="912298"/>
                  <a:pt x="58594" y="890495"/>
                  <a:pt x="58674" y="890322"/>
                </a:cubicBezTo>
                <a:cubicBezTo>
                  <a:pt x="127436" y="929614"/>
                  <a:pt x="206243" y="828226"/>
                  <a:pt x="275005" y="807229"/>
                </a:cubicBezTo>
                <a:cubicBezTo>
                  <a:pt x="303983" y="806087"/>
                  <a:pt x="504960" y="777375"/>
                  <a:pt x="587824" y="798195"/>
                </a:cubicBezTo>
                <a:cubicBezTo>
                  <a:pt x="598733" y="769348"/>
                  <a:pt x="682904" y="785924"/>
                  <a:pt x="651826" y="738338"/>
                </a:cubicBezTo>
                <a:cubicBezTo>
                  <a:pt x="688440" y="737862"/>
                  <a:pt x="753255" y="750396"/>
                  <a:pt x="727985" y="719826"/>
                </a:cubicBezTo>
                <a:cubicBezTo>
                  <a:pt x="739648" y="718749"/>
                  <a:pt x="775717" y="715087"/>
                  <a:pt x="778982" y="710142"/>
                </a:cubicBezTo>
                <a:cubicBezTo>
                  <a:pt x="779189" y="709407"/>
                  <a:pt x="849736" y="718721"/>
                  <a:pt x="849944" y="717987"/>
                </a:cubicBezTo>
                <a:lnTo>
                  <a:pt x="921659" y="712695"/>
                </a:lnTo>
                <a:lnTo>
                  <a:pt x="930946" y="734046"/>
                </a:lnTo>
                <a:lnTo>
                  <a:pt x="986250" y="713530"/>
                </a:lnTo>
                <a:lnTo>
                  <a:pt x="1013752" y="713361"/>
                </a:lnTo>
                <a:lnTo>
                  <a:pt x="1023734" y="718571"/>
                </a:lnTo>
                <a:cubicBezTo>
                  <a:pt x="1033291" y="721276"/>
                  <a:pt x="1045398" y="721394"/>
                  <a:pt x="1063207" y="715651"/>
                </a:cubicBezTo>
                <a:lnTo>
                  <a:pt x="1081980" y="738455"/>
                </a:lnTo>
                <a:lnTo>
                  <a:pt x="1218120" y="713280"/>
                </a:lnTo>
                <a:cubicBezTo>
                  <a:pt x="1230137" y="716162"/>
                  <a:pt x="1387179" y="685179"/>
                  <a:pt x="1397459" y="691190"/>
                </a:cubicBezTo>
                <a:cubicBezTo>
                  <a:pt x="1490025" y="704984"/>
                  <a:pt x="1465878" y="715604"/>
                  <a:pt x="1580688" y="693697"/>
                </a:cubicBezTo>
                <a:cubicBezTo>
                  <a:pt x="1607067" y="704379"/>
                  <a:pt x="1719477" y="658239"/>
                  <a:pt x="1772334" y="710640"/>
                </a:cubicBezTo>
                <a:cubicBezTo>
                  <a:pt x="1745536" y="644824"/>
                  <a:pt x="1976078" y="716436"/>
                  <a:pt x="2002561" y="659917"/>
                </a:cubicBezTo>
                <a:cubicBezTo>
                  <a:pt x="2045346" y="660357"/>
                  <a:pt x="2166676" y="654391"/>
                  <a:pt x="2135144" y="636501"/>
                </a:cubicBezTo>
                <a:cubicBezTo>
                  <a:pt x="2276591" y="665055"/>
                  <a:pt x="2293173" y="591792"/>
                  <a:pt x="2440292" y="593862"/>
                </a:cubicBezTo>
                <a:cubicBezTo>
                  <a:pt x="2495160" y="534824"/>
                  <a:pt x="2473343" y="585644"/>
                  <a:pt x="2547829" y="566150"/>
                </a:cubicBezTo>
                <a:cubicBezTo>
                  <a:pt x="2545438" y="614169"/>
                  <a:pt x="2632278" y="528280"/>
                  <a:pt x="2658055" y="578727"/>
                </a:cubicBezTo>
                <a:cubicBezTo>
                  <a:pt x="2670795" y="573581"/>
                  <a:pt x="2682322" y="567005"/>
                  <a:pt x="2693698" y="560029"/>
                </a:cubicBezTo>
                <a:lnTo>
                  <a:pt x="2699673" y="556400"/>
                </a:lnTo>
                <a:lnTo>
                  <a:pt x="2727306" y="550698"/>
                </a:lnTo>
                <a:lnTo>
                  <a:pt x="2730451" y="538058"/>
                </a:lnTo>
                <a:lnTo>
                  <a:pt x="2768713" y="521575"/>
                </a:lnTo>
                <a:cubicBezTo>
                  <a:pt x="2783756" y="517104"/>
                  <a:pt x="2800788" y="514291"/>
                  <a:pt x="2820868" y="514160"/>
                </a:cubicBezTo>
                <a:cubicBezTo>
                  <a:pt x="2894791" y="532885"/>
                  <a:pt x="2981506" y="465507"/>
                  <a:pt x="3073635" y="491294"/>
                </a:cubicBezTo>
                <a:cubicBezTo>
                  <a:pt x="3106872" y="496624"/>
                  <a:pt x="3205785" y="487718"/>
                  <a:pt x="3222071" y="470559"/>
                </a:cubicBezTo>
                <a:cubicBezTo>
                  <a:pt x="3242193" y="465514"/>
                  <a:pt x="3267163" y="469136"/>
                  <a:pt x="3274069" y="451605"/>
                </a:cubicBezTo>
                <a:cubicBezTo>
                  <a:pt x="3286659" y="430165"/>
                  <a:pt x="3363648" y="455571"/>
                  <a:pt x="3349632" y="432583"/>
                </a:cubicBezTo>
                <a:cubicBezTo>
                  <a:pt x="3404182" y="449847"/>
                  <a:pt x="3438210" y="404323"/>
                  <a:pt x="3479593" y="390437"/>
                </a:cubicBezTo>
                <a:cubicBezTo>
                  <a:pt x="3523240" y="408403"/>
                  <a:pt x="3567027" y="361554"/>
                  <a:pt x="3660110" y="348726"/>
                </a:cubicBezTo>
                <a:cubicBezTo>
                  <a:pt x="3708299" y="369683"/>
                  <a:pt x="3662447" y="344775"/>
                  <a:pt x="3750023" y="370678"/>
                </a:cubicBezTo>
                <a:cubicBezTo>
                  <a:pt x="3752092" y="367132"/>
                  <a:pt x="3816880" y="365055"/>
                  <a:pt x="3844133" y="360648"/>
                </a:cubicBezTo>
                <a:cubicBezTo>
                  <a:pt x="3871386" y="356240"/>
                  <a:pt x="3882848" y="332490"/>
                  <a:pt x="3913545" y="344235"/>
                </a:cubicBezTo>
                <a:cubicBezTo>
                  <a:pt x="4050255" y="376864"/>
                  <a:pt x="4159924" y="363190"/>
                  <a:pt x="4266740" y="361454"/>
                </a:cubicBezTo>
                <a:cubicBezTo>
                  <a:pt x="4385770" y="354374"/>
                  <a:pt x="4314535" y="340143"/>
                  <a:pt x="4430770" y="342643"/>
                </a:cubicBezTo>
                <a:cubicBezTo>
                  <a:pt x="4439969" y="322594"/>
                  <a:pt x="4478290" y="314645"/>
                  <a:pt x="4512664" y="319948"/>
                </a:cubicBezTo>
                <a:cubicBezTo>
                  <a:pt x="4570011" y="315138"/>
                  <a:pt x="4549085" y="269599"/>
                  <a:pt x="4616423" y="290914"/>
                </a:cubicBezTo>
                <a:cubicBezTo>
                  <a:pt x="4599641" y="270277"/>
                  <a:pt x="4692085" y="269216"/>
                  <a:pt x="4691675" y="254011"/>
                </a:cubicBezTo>
                <a:lnTo>
                  <a:pt x="4689051" y="250968"/>
                </a:lnTo>
                <a:lnTo>
                  <a:pt x="4719994" y="245307"/>
                </a:lnTo>
                <a:cubicBezTo>
                  <a:pt x="4732635" y="242775"/>
                  <a:pt x="4745300" y="240335"/>
                  <a:pt x="4752894" y="239875"/>
                </a:cubicBezTo>
                <a:lnTo>
                  <a:pt x="4769329" y="233585"/>
                </a:lnTo>
                <a:lnTo>
                  <a:pt x="4775634" y="234063"/>
                </a:lnTo>
                <a:lnTo>
                  <a:pt x="4790452" y="233572"/>
                </a:lnTo>
                <a:cubicBezTo>
                  <a:pt x="4789989" y="236356"/>
                  <a:pt x="4789525" y="239141"/>
                  <a:pt x="4789062" y="241924"/>
                </a:cubicBezTo>
                <a:cubicBezTo>
                  <a:pt x="4786342" y="249932"/>
                  <a:pt x="4804560" y="248631"/>
                  <a:pt x="4827826" y="246977"/>
                </a:cubicBezTo>
                <a:cubicBezTo>
                  <a:pt x="4875782" y="239569"/>
                  <a:pt x="4874112" y="283413"/>
                  <a:pt x="4892569" y="249933"/>
                </a:cubicBezTo>
                <a:lnTo>
                  <a:pt x="4896611" y="240448"/>
                </a:lnTo>
                <a:lnTo>
                  <a:pt x="4917286" y="243659"/>
                </a:lnTo>
                <a:cubicBezTo>
                  <a:pt x="4923060" y="243799"/>
                  <a:pt x="4981729" y="240979"/>
                  <a:pt x="4981173" y="247103"/>
                </a:cubicBezTo>
                <a:cubicBezTo>
                  <a:pt x="5024880" y="220690"/>
                  <a:pt x="5014146" y="257963"/>
                  <a:pt x="5060397" y="263688"/>
                </a:cubicBezTo>
                <a:cubicBezTo>
                  <a:pt x="5093356" y="238589"/>
                  <a:pt x="5157892" y="275351"/>
                  <a:pt x="5252996" y="270655"/>
                </a:cubicBezTo>
                <a:cubicBezTo>
                  <a:pt x="5288840" y="241872"/>
                  <a:pt x="5287005" y="287921"/>
                  <a:pt x="5358056" y="247248"/>
                </a:cubicBezTo>
                <a:cubicBezTo>
                  <a:pt x="5361752" y="250257"/>
                  <a:pt x="5403312" y="238215"/>
                  <a:pt x="5426496" y="235142"/>
                </a:cubicBezTo>
                <a:cubicBezTo>
                  <a:pt x="5449679" y="232069"/>
                  <a:pt x="5473549" y="245611"/>
                  <a:pt x="5497161" y="228808"/>
                </a:cubicBezTo>
                <a:cubicBezTo>
                  <a:pt x="5611861" y="172767"/>
                  <a:pt x="5723211" y="165860"/>
                  <a:pt x="5826043" y="148073"/>
                </a:cubicBezTo>
                <a:cubicBezTo>
                  <a:pt x="5943127" y="133166"/>
                  <a:pt x="5872659" y="193078"/>
                  <a:pt x="6013415" y="137316"/>
                </a:cubicBezTo>
                <a:cubicBezTo>
                  <a:pt x="6031924" y="154783"/>
                  <a:pt x="6050745" y="154258"/>
                  <a:pt x="6080994" y="142938"/>
                </a:cubicBezTo>
                <a:cubicBezTo>
                  <a:pt x="6138083" y="137090"/>
                  <a:pt x="6140195" y="184383"/>
                  <a:pt x="6194152" y="151772"/>
                </a:cubicBezTo>
                <a:cubicBezTo>
                  <a:pt x="6187280" y="177783"/>
                  <a:pt x="6304222" y="153410"/>
                  <a:pt x="6281379" y="181626"/>
                </a:cubicBezTo>
                <a:cubicBezTo>
                  <a:pt x="6321899" y="201819"/>
                  <a:pt x="6335111" y="162590"/>
                  <a:pt x="6374947" y="179799"/>
                </a:cubicBezTo>
                <a:cubicBezTo>
                  <a:pt x="6417404" y="181336"/>
                  <a:pt x="6402484" y="169694"/>
                  <a:pt x="6448518" y="164378"/>
                </a:cubicBezTo>
                <a:cubicBezTo>
                  <a:pt x="6504958" y="162488"/>
                  <a:pt x="6493438" y="111203"/>
                  <a:pt x="6544700" y="167161"/>
                </a:cubicBezTo>
                <a:cubicBezTo>
                  <a:pt x="6601507" y="148697"/>
                  <a:pt x="6566269" y="164386"/>
                  <a:pt x="6648353" y="172250"/>
                </a:cubicBezTo>
                <a:cubicBezTo>
                  <a:pt x="6680008" y="155223"/>
                  <a:pt x="6707960" y="160673"/>
                  <a:pt x="6736227" y="173216"/>
                </a:cubicBezTo>
                <a:cubicBezTo>
                  <a:pt x="6813963" y="164284"/>
                  <a:pt x="6888143" y="181296"/>
                  <a:pt x="6977218" y="184289"/>
                </a:cubicBezTo>
                <a:cubicBezTo>
                  <a:pt x="7040424" y="188318"/>
                  <a:pt x="7000278" y="216835"/>
                  <a:pt x="7065221" y="227531"/>
                </a:cubicBezTo>
                <a:cubicBezTo>
                  <a:pt x="7130163" y="238228"/>
                  <a:pt x="7291878" y="238208"/>
                  <a:pt x="7366876" y="248468"/>
                </a:cubicBezTo>
                <a:cubicBezTo>
                  <a:pt x="7491356" y="206752"/>
                  <a:pt x="7367734" y="280166"/>
                  <a:pt x="7565449" y="258950"/>
                </a:cubicBezTo>
                <a:cubicBezTo>
                  <a:pt x="7575959" y="252432"/>
                  <a:pt x="7600854" y="257628"/>
                  <a:pt x="7599285" y="266021"/>
                </a:cubicBezTo>
                <a:cubicBezTo>
                  <a:pt x="7611616" y="262940"/>
                  <a:pt x="7639946" y="245819"/>
                  <a:pt x="7644411" y="258986"/>
                </a:cubicBezTo>
                <a:cubicBezTo>
                  <a:pt x="7708015" y="258012"/>
                  <a:pt x="7770249" y="247724"/>
                  <a:pt x="7825110" y="229109"/>
                </a:cubicBezTo>
                <a:cubicBezTo>
                  <a:pt x="7949762" y="247028"/>
                  <a:pt x="7921956" y="197757"/>
                  <a:pt x="7965804" y="190545"/>
                </a:cubicBezTo>
                <a:cubicBezTo>
                  <a:pt x="8039439" y="213878"/>
                  <a:pt x="8063651" y="191475"/>
                  <a:pt x="8147401" y="205617"/>
                </a:cubicBezTo>
                <a:cubicBezTo>
                  <a:pt x="8166453" y="196610"/>
                  <a:pt x="8225048" y="207099"/>
                  <a:pt x="8256033" y="193713"/>
                </a:cubicBezTo>
                <a:cubicBezTo>
                  <a:pt x="8311388" y="242017"/>
                  <a:pt x="8350376" y="178592"/>
                  <a:pt x="8410677" y="172167"/>
                </a:cubicBezTo>
                <a:cubicBezTo>
                  <a:pt x="8470978" y="165743"/>
                  <a:pt x="8572470" y="206385"/>
                  <a:pt x="8617841" y="155167"/>
                </a:cubicBezTo>
                <a:cubicBezTo>
                  <a:pt x="8646050" y="160448"/>
                  <a:pt x="8664949" y="183631"/>
                  <a:pt x="8715976" y="178374"/>
                </a:cubicBezTo>
                <a:cubicBezTo>
                  <a:pt x="8737194" y="188216"/>
                  <a:pt x="8738009" y="189511"/>
                  <a:pt x="8778827" y="172936"/>
                </a:cubicBezTo>
                <a:cubicBezTo>
                  <a:pt x="8725277" y="146372"/>
                  <a:pt x="8850819" y="175612"/>
                  <a:pt x="8840778" y="143149"/>
                </a:cubicBezTo>
                <a:cubicBezTo>
                  <a:pt x="8903519" y="121096"/>
                  <a:pt x="9021861" y="150359"/>
                  <a:pt x="9010380" y="91891"/>
                </a:cubicBezTo>
                <a:cubicBezTo>
                  <a:pt x="9027103" y="56852"/>
                  <a:pt x="9112524" y="108357"/>
                  <a:pt x="9110856" y="70997"/>
                </a:cubicBezTo>
                <a:cubicBezTo>
                  <a:pt x="9148189" y="94250"/>
                  <a:pt x="9209809" y="53285"/>
                  <a:pt x="9268817" y="53082"/>
                </a:cubicBezTo>
                <a:cubicBezTo>
                  <a:pt x="9279135" y="35997"/>
                  <a:pt x="9292736" y="36520"/>
                  <a:pt x="9316667" y="45047"/>
                </a:cubicBezTo>
                <a:cubicBezTo>
                  <a:pt x="9352186" y="45862"/>
                  <a:pt x="9390008" y="39799"/>
                  <a:pt x="9428209" y="29923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11370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an dir="u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64649F3-F1AC-E91A-E894-ECF65028F4B2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 t="15730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9394744-17B5-29C4-9DF8-16B183849E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/>
              <a:t>Progressive Learning Modes</a:t>
            </a:r>
            <a:endParaRPr lang="en-US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0FCE86C-AB19-8819-A5B5-8D682C7840A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56794188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56204178"/>
      </p:ext>
    </p:extLst>
  </p:cSld>
  <p:clrMapOvr>
    <a:masterClrMapping/>
  </p:clrMapOvr>
  <p:transition spd="slow">
    <p:cover dir="d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8B4CCFEE-78C3-492E-93EB-649F7548F3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8F27C86-2226-AC74-0DA7-6794D474B9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5662" y="681037"/>
            <a:ext cx="5670337" cy="1184339"/>
          </a:xfrm>
        </p:spPr>
        <p:txBody>
          <a:bodyPr>
            <a:normAutofit/>
          </a:bodyPr>
          <a:lstStyle/>
          <a:p>
            <a:r>
              <a:rPr lang="en-US" dirty="0"/>
              <a:t>Core Interaction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C70F72-513F-EFFE-AA51-3B49993BDC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5662" y="2194561"/>
            <a:ext cx="4475522" cy="3982402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1800" dirty="0"/>
              <a:t>How Spatial Interaction Can Improve Understanding:</a:t>
            </a:r>
          </a:p>
          <a:p>
            <a:r>
              <a:rPr lang="en-US" sz="1800" dirty="0"/>
              <a:t>Instructions are physically fetched and transferred through the opening lesson flow.</a:t>
            </a:r>
          </a:p>
          <a:p>
            <a:r>
              <a:rPr lang="en-US" sz="1800" dirty="0"/>
              <a:t>Register scanning and data-packet movement make operand selection and value flow visible.</a:t>
            </a:r>
          </a:p>
          <a:p>
            <a:r>
              <a:rPr lang="en-US" sz="1800" dirty="0"/>
              <a:t>Each major </a:t>
            </a:r>
            <a:r>
              <a:rPr lang="en-US" sz="1800" dirty="0" err="1"/>
              <a:t>datapath</a:t>
            </a:r>
            <a:r>
              <a:rPr lang="en-US" sz="1800" dirty="0"/>
              <a:t> phase is represented as a dedicated station in the environment.</a:t>
            </a:r>
          </a:p>
          <a:p>
            <a:r>
              <a:rPr lang="en-US" sz="1800" dirty="0"/>
              <a:t>World-space UI panels provide prompts, validation, reference support, and feedback.</a:t>
            </a:r>
          </a:p>
          <a:p>
            <a:r>
              <a:rPr lang="en-US" sz="1800" dirty="0"/>
              <a:t>Interactions were simplified whenever additional realism would have added friction without improving learning value.</a:t>
            </a:r>
          </a:p>
        </p:txBody>
      </p:sp>
      <p:pic>
        <p:nvPicPr>
          <p:cNvPr id="11" name="Picture 10" descr="Memory Bank&#10;">
            <a:extLst>
              <a:ext uri="{FF2B5EF4-FFF2-40B4-BE49-F238E27FC236}">
                <a16:creationId xmlns:a16="http://schemas.microsoft.com/office/drawing/2014/main" id="{AC32F500-31F9-84C2-8FBE-801F13D81B5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64" r="7826" b="-3"/>
          <a:stretch>
            <a:fillRect/>
          </a:stretch>
        </p:blipFill>
        <p:spPr>
          <a:xfrm>
            <a:off x="4726375" y="-3"/>
            <a:ext cx="4228635" cy="3694372"/>
          </a:xfrm>
          <a:custGeom>
            <a:avLst/>
            <a:gdLst/>
            <a:ahLst/>
            <a:cxnLst/>
            <a:rect l="l" t="t" r="r" b="b"/>
            <a:pathLst>
              <a:path w="4228635" h="3694372">
                <a:moveTo>
                  <a:pt x="1225911" y="0"/>
                </a:moveTo>
                <a:lnTo>
                  <a:pt x="4228635" y="0"/>
                </a:lnTo>
                <a:lnTo>
                  <a:pt x="4228635" y="3694372"/>
                </a:lnTo>
                <a:lnTo>
                  <a:pt x="649353" y="3694372"/>
                </a:lnTo>
                <a:lnTo>
                  <a:pt x="648934" y="3686621"/>
                </a:lnTo>
                <a:cubicBezTo>
                  <a:pt x="636941" y="3642419"/>
                  <a:pt x="605849" y="3602236"/>
                  <a:pt x="554325" y="3554015"/>
                </a:cubicBezTo>
                <a:cubicBezTo>
                  <a:pt x="493918" y="3500438"/>
                  <a:pt x="433510" y="3454003"/>
                  <a:pt x="348230" y="3407569"/>
                </a:cubicBezTo>
                <a:cubicBezTo>
                  <a:pt x="543665" y="3382565"/>
                  <a:pt x="341123" y="3296841"/>
                  <a:pt x="408637" y="3243263"/>
                </a:cubicBezTo>
                <a:cubicBezTo>
                  <a:pt x="547218" y="3221831"/>
                  <a:pt x="657373" y="3393282"/>
                  <a:pt x="845701" y="3343275"/>
                </a:cubicBezTo>
                <a:cubicBezTo>
                  <a:pt x="618286" y="3196828"/>
                  <a:pt x="362443" y="3150393"/>
                  <a:pt x="195435" y="2953940"/>
                </a:cubicBezTo>
                <a:cubicBezTo>
                  <a:pt x="234522" y="2911078"/>
                  <a:pt x="273609" y="2953940"/>
                  <a:pt x="305589" y="2936081"/>
                </a:cubicBezTo>
                <a:cubicBezTo>
                  <a:pt x="305589" y="2925365"/>
                  <a:pt x="678693" y="2993232"/>
                  <a:pt x="700013" y="2714625"/>
                </a:cubicBezTo>
                <a:cubicBezTo>
                  <a:pt x="707120" y="2714625"/>
                  <a:pt x="714227" y="2714625"/>
                  <a:pt x="721333" y="2703909"/>
                </a:cubicBezTo>
                <a:cubicBezTo>
                  <a:pt x="760420" y="2664619"/>
                  <a:pt x="724887" y="2571750"/>
                  <a:pt x="788847" y="2564606"/>
                </a:cubicBezTo>
                <a:cubicBezTo>
                  <a:pt x="859915" y="2557462"/>
                  <a:pt x="927429" y="2525315"/>
                  <a:pt x="1002049" y="2543175"/>
                </a:cubicBezTo>
                <a:cubicBezTo>
                  <a:pt x="1058903" y="2557462"/>
                  <a:pt x="1119310" y="2575322"/>
                  <a:pt x="1179718" y="2575322"/>
                </a:cubicBezTo>
                <a:cubicBezTo>
                  <a:pt x="1243678" y="2575322"/>
                  <a:pt x="1332512" y="2696766"/>
                  <a:pt x="1371600" y="2536031"/>
                </a:cubicBezTo>
                <a:cubicBezTo>
                  <a:pt x="1371600" y="2528888"/>
                  <a:pt x="1481754" y="2546747"/>
                  <a:pt x="1542161" y="2553891"/>
                </a:cubicBezTo>
                <a:cubicBezTo>
                  <a:pt x="1591908" y="2561035"/>
                  <a:pt x="1652316" y="2593181"/>
                  <a:pt x="1687849" y="2528888"/>
                </a:cubicBezTo>
                <a:cubicBezTo>
                  <a:pt x="1705616" y="2489596"/>
                  <a:pt x="1620335" y="2418159"/>
                  <a:pt x="1545714" y="2411015"/>
                </a:cubicBezTo>
                <a:cubicBezTo>
                  <a:pt x="1478201" y="2403872"/>
                  <a:pt x="1410687" y="2396728"/>
                  <a:pt x="1346726" y="2411015"/>
                </a:cubicBezTo>
                <a:cubicBezTo>
                  <a:pt x="1268552" y="2428875"/>
                  <a:pt x="1225911" y="2400300"/>
                  <a:pt x="1204591" y="2336007"/>
                </a:cubicBezTo>
                <a:cubicBezTo>
                  <a:pt x="1179718" y="2268141"/>
                  <a:pt x="1133524" y="2232422"/>
                  <a:pt x="1069563" y="2200275"/>
                </a:cubicBezTo>
                <a:cubicBezTo>
                  <a:pt x="913215" y="2121694"/>
                  <a:pt x="763974" y="2028825"/>
                  <a:pt x="593412" y="1982390"/>
                </a:cubicBezTo>
                <a:cubicBezTo>
                  <a:pt x="561432" y="1975246"/>
                  <a:pt x="522345" y="1960959"/>
                  <a:pt x="508131" y="1900238"/>
                </a:cubicBezTo>
                <a:cubicBezTo>
                  <a:pt x="970069" y="1993106"/>
                  <a:pt x="1389366" y="2232422"/>
                  <a:pt x="1865518" y="2218135"/>
                </a:cubicBezTo>
                <a:cubicBezTo>
                  <a:pt x="1737596" y="2143125"/>
                  <a:pt x="1584802" y="2139554"/>
                  <a:pt x="1446220" y="2085975"/>
                </a:cubicBezTo>
                <a:cubicBezTo>
                  <a:pt x="1545714" y="2046685"/>
                  <a:pt x="1638102" y="2089547"/>
                  <a:pt x="1730490" y="2110978"/>
                </a:cubicBezTo>
                <a:cubicBezTo>
                  <a:pt x="1808664" y="2128837"/>
                  <a:pt x="1879731" y="2132410"/>
                  <a:pt x="1886838" y="2021681"/>
                </a:cubicBezTo>
                <a:cubicBezTo>
                  <a:pt x="1886838" y="2010965"/>
                  <a:pt x="1886838" y="2003821"/>
                  <a:pt x="1886838" y="1993106"/>
                </a:cubicBezTo>
                <a:cubicBezTo>
                  <a:pt x="1858411" y="1946672"/>
                  <a:pt x="1819324" y="1925240"/>
                  <a:pt x="1769577" y="1910953"/>
                </a:cubicBezTo>
                <a:cubicBezTo>
                  <a:pt x="1741150" y="1903809"/>
                  <a:pt x="1702063" y="1889522"/>
                  <a:pt x="1702063" y="1857375"/>
                </a:cubicBezTo>
                <a:cubicBezTo>
                  <a:pt x="1705616" y="1735931"/>
                  <a:pt x="1609675" y="1700212"/>
                  <a:pt x="1517288" y="1664493"/>
                </a:cubicBezTo>
                <a:cubicBezTo>
                  <a:pt x="1567035" y="1603772"/>
                  <a:pt x="1609675" y="1646635"/>
                  <a:pt x="1648762" y="1643062"/>
                </a:cubicBezTo>
                <a:cubicBezTo>
                  <a:pt x="1673636" y="1639491"/>
                  <a:pt x="1698509" y="1635919"/>
                  <a:pt x="1698509" y="1603772"/>
                </a:cubicBezTo>
                <a:cubicBezTo>
                  <a:pt x="1698509" y="1578769"/>
                  <a:pt x="1687849" y="1546622"/>
                  <a:pt x="1662976" y="1546622"/>
                </a:cubicBezTo>
                <a:cubicBezTo>
                  <a:pt x="1506628" y="1543050"/>
                  <a:pt x="1417793" y="1371600"/>
                  <a:pt x="1254338" y="1371600"/>
                </a:cubicBezTo>
                <a:cubicBezTo>
                  <a:pt x="1154844" y="1371600"/>
                  <a:pt x="1304086" y="1275159"/>
                  <a:pt x="1222358" y="1235869"/>
                </a:cubicBezTo>
                <a:cubicBezTo>
                  <a:pt x="1204591" y="1225153"/>
                  <a:pt x="1272105" y="1210866"/>
                  <a:pt x="1300532" y="1214437"/>
                </a:cubicBezTo>
                <a:cubicBezTo>
                  <a:pt x="1328959" y="1218009"/>
                  <a:pt x="1353833" y="1243013"/>
                  <a:pt x="1389366" y="1225153"/>
                </a:cubicBezTo>
                <a:cubicBezTo>
                  <a:pt x="1407133" y="1160860"/>
                  <a:pt x="1360939" y="1135856"/>
                  <a:pt x="1318299" y="1117997"/>
                </a:cubicBezTo>
                <a:cubicBezTo>
                  <a:pt x="1225911" y="1075135"/>
                  <a:pt x="1133524" y="1025129"/>
                  <a:pt x="1030476" y="1010841"/>
                </a:cubicBezTo>
                <a:cubicBezTo>
                  <a:pt x="994943" y="1007269"/>
                  <a:pt x="973622" y="989409"/>
                  <a:pt x="977176" y="953690"/>
                </a:cubicBezTo>
                <a:cubicBezTo>
                  <a:pt x="984282" y="907256"/>
                  <a:pt x="1019816" y="921544"/>
                  <a:pt x="1048243" y="925115"/>
                </a:cubicBezTo>
                <a:cubicBezTo>
                  <a:pt x="1066010" y="928688"/>
                  <a:pt x="1083777" y="939403"/>
                  <a:pt x="1101544" y="914400"/>
                </a:cubicBezTo>
                <a:cubicBezTo>
                  <a:pt x="685800" y="660797"/>
                  <a:pt x="465491" y="675085"/>
                  <a:pt x="0" y="467915"/>
                </a:cubicBezTo>
                <a:cubicBezTo>
                  <a:pt x="103047" y="428625"/>
                  <a:pt x="177668" y="457200"/>
                  <a:pt x="248735" y="464344"/>
                </a:cubicBezTo>
                <a:cubicBezTo>
                  <a:pt x="426404" y="482203"/>
                  <a:pt x="316249" y="514350"/>
                  <a:pt x="493918" y="535781"/>
                </a:cubicBezTo>
                <a:cubicBezTo>
                  <a:pt x="579199" y="546497"/>
                  <a:pt x="657373" y="582216"/>
                  <a:pt x="753314" y="525066"/>
                </a:cubicBezTo>
                <a:cubicBezTo>
                  <a:pt x="817274" y="485775"/>
                  <a:pt x="920322" y="528637"/>
                  <a:pt x="998496" y="560785"/>
                </a:cubicBezTo>
                <a:cubicBezTo>
                  <a:pt x="1062457" y="589360"/>
                  <a:pt x="1126417" y="596503"/>
                  <a:pt x="1211698" y="560785"/>
                </a:cubicBezTo>
                <a:cubicBezTo>
                  <a:pt x="1133524" y="539354"/>
                  <a:pt x="1073117" y="521494"/>
                  <a:pt x="1012709" y="507206"/>
                </a:cubicBezTo>
                <a:cubicBezTo>
                  <a:pt x="962962" y="496491"/>
                  <a:pt x="934535" y="471488"/>
                  <a:pt x="938089" y="417909"/>
                </a:cubicBezTo>
                <a:cubicBezTo>
                  <a:pt x="938089" y="389334"/>
                  <a:pt x="927429" y="350044"/>
                  <a:pt x="962962" y="335757"/>
                </a:cubicBezTo>
                <a:cubicBezTo>
                  <a:pt x="991389" y="321469"/>
                  <a:pt x="1030476" y="335757"/>
                  <a:pt x="1044690" y="360759"/>
                </a:cubicBezTo>
                <a:cubicBezTo>
                  <a:pt x="1062457" y="407194"/>
                  <a:pt x="1080223" y="450056"/>
                  <a:pt x="1140631" y="453629"/>
                </a:cubicBezTo>
                <a:cubicBezTo>
                  <a:pt x="1222358" y="460771"/>
                  <a:pt x="1176164" y="432197"/>
                  <a:pt x="1161951" y="396478"/>
                </a:cubicBezTo>
                <a:cubicBezTo>
                  <a:pt x="1147737" y="357188"/>
                  <a:pt x="1190378" y="346472"/>
                  <a:pt x="1218805" y="353615"/>
                </a:cubicBezTo>
                <a:cubicBezTo>
                  <a:pt x="1325406" y="385763"/>
                  <a:pt x="1435560" y="328613"/>
                  <a:pt x="1545714" y="375047"/>
                </a:cubicBezTo>
                <a:cubicBezTo>
                  <a:pt x="1517288" y="260747"/>
                  <a:pt x="1456880" y="210741"/>
                  <a:pt x="1328959" y="192881"/>
                </a:cubicBezTo>
                <a:cubicBezTo>
                  <a:pt x="1282765" y="189310"/>
                  <a:pt x="1233018" y="196453"/>
                  <a:pt x="1190378" y="164306"/>
                </a:cubicBezTo>
                <a:cubicBezTo>
                  <a:pt x="1165504" y="146447"/>
                  <a:pt x="1140631" y="125016"/>
                  <a:pt x="1158398" y="89297"/>
                </a:cubicBezTo>
                <a:cubicBezTo>
                  <a:pt x="1169058" y="64294"/>
                  <a:pt x="1197484" y="64294"/>
                  <a:pt x="1222358" y="71437"/>
                </a:cubicBezTo>
                <a:cubicBezTo>
                  <a:pt x="1325406" y="110728"/>
                  <a:pt x="1435560" y="121444"/>
                  <a:pt x="1542161" y="135731"/>
                </a:cubicBezTo>
                <a:cubicBezTo>
                  <a:pt x="1559928" y="139303"/>
                  <a:pt x="1577695" y="146447"/>
                  <a:pt x="1595462" y="110728"/>
                </a:cubicBezTo>
                <a:cubicBezTo>
                  <a:pt x="1471094" y="78581"/>
                  <a:pt x="1350279" y="35719"/>
                  <a:pt x="1225911" y="0"/>
                </a:cubicBezTo>
                <a:close/>
              </a:path>
            </a:pathLst>
          </a:custGeom>
        </p:spPr>
      </p:pic>
      <p:pic>
        <p:nvPicPr>
          <p:cNvPr id="7" name="Picture 6" descr="Register Scanning&#10;">
            <a:extLst>
              <a:ext uri="{FF2B5EF4-FFF2-40B4-BE49-F238E27FC236}">
                <a16:creationId xmlns:a16="http://schemas.microsoft.com/office/drawing/2014/main" id="{15021ABA-F34B-9CE6-7425-D095CEF7189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5521" r="9562" b="2"/>
          <a:stretch>
            <a:fillRect/>
          </a:stretch>
        </p:blipFill>
        <p:spPr>
          <a:xfrm>
            <a:off x="9082588" y="-3"/>
            <a:ext cx="3109415" cy="3694372"/>
          </a:xfrm>
          <a:prstGeom prst="rect">
            <a:avLst/>
          </a:prstGeom>
        </p:spPr>
      </p:pic>
      <p:pic>
        <p:nvPicPr>
          <p:cNvPr id="5" name="Picture 4" descr="Instruction Fetch">
            <a:extLst>
              <a:ext uri="{FF2B5EF4-FFF2-40B4-BE49-F238E27FC236}">
                <a16:creationId xmlns:a16="http://schemas.microsoft.com/office/drawing/2014/main" id="{4FB18484-5780-C3EB-CDE2-BEEDE38DFEE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34" r="-2" b="-2"/>
          <a:stretch>
            <a:fillRect/>
          </a:stretch>
        </p:blipFill>
        <p:spPr>
          <a:xfrm>
            <a:off x="4726725" y="3802960"/>
            <a:ext cx="4228282" cy="3055043"/>
          </a:xfrm>
          <a:custGeom>
            <a:avLst/>
            <a:gdLst/>
            <a:ahLst/>
            <a:cxnLst/>
            <a:rect l="l" t="t" r="r" b="b"/>
            <a:pathLst>
              <a:path w="4228282" h="3055043">
                <a:moveTo>
                  <a:pt x="638975" y="0"/>
                </a:moveTo>
                <a:lnTo>
                  <a:pt x="4228282" y="0"/>
                </a:lnTo>
                <a:lnTo>
                  <a:pt x="4228282" y="3055043"/>
                </a:lnTo>
                <a:lnTo>
                  <a:pt x="1946893" y="3055043"/>
                </a:lnTo>
                <a:cubicBezTo>
                  <a:pt x="1801205" y="2983605"/>
                  <a:pt x="1662624" y="2897880"/>
                  <a:pt x="1506276" y="2855018"/>
                </a:cubicBezTo>
                <a:cubicBezTo>
                  <a:pt x="1399675" y="2826443"/>
                  <a:pt x="1296627" y="2776437"/>
                  <a:pt x="1314394" y="2626417"/>
                </a:cubicBezTo>
                <a:cubicBezTo>
                  <a:pt x="1317947" y="2583555"/>
                  <a:pt x="1289520" y="2551409"/>
                  <a:pt x="1246880" y="2562124"/>
                </a:cubicBezTo>
                <a:cubicBezTo>
                  <a:pt x="1165153" y="2583555"/>
                  <a:pt x="1126065" y="2522833"/>
                  <a:pt x="1079872" y="2476399"/>
                </a:cubicBezTo>
                <a:cubicBezTo>
                  <a:pt x="998144" y="2394247"/>
                  <a:pt x="919970" y="2308520"/>
                  <a:pt x="788495" y="2294233"/>
                </a:cubicBezTo>
                <a:cubicBezTo>
                  <a:pt x="813369" y="2229939"/>
                  <a:pt x="856009" y="2237083"/>
                  <a:pt x="895097" y="2251371"/>
                </a:cubicBezTo>
                <a:cubicBezTo>
                  <a:pt x="998144" y="2287090"/>
                  <a:pt x="1101192" y="2326380"/>
                  <a:pt x="1204239" y="2362099"/>
                </a:cubicBezTo>
                <a:cubicBezTo>
                  <a:pt x="1271754" y="2383530"/>
                  <a:pt x="1339267" y="2415677"/>
                  <a:pt x="1428102" y="2390674"/>
                </a:cubicBezTo>
                <a:cubicBezTo>
                  <a:pt x="1349928" y="2262087"/>
                  <a:pt x="1218453" y="2237083"/>
                  <a:pt x="1111852" y="2197793"/>
                </a:cubicBezTo>
                <a:cubicBezTo>
                  <a:pt x="980377" y="2147787"/>
                  <a:pt x="902203" y="2054918"/>
                  <a:pt x="806262" y="1947762"/>
                </a:cubicBezTo>
                <a:cubicBezTo>
                  <a:pt x="902203" y="1919187"/>
                  <a:pt x="962610" y="1997768"/>
                  <a:pt x="1040785" y="1994196"/>
                </a:cubicBezTo>
                <a:cubicBezTo>
                  <a:pt x="1044338" y="1983480"/>
                  <a:pt x="1051445" y="1962049"/>
                  <a:pt x="1051445" y="1962049"/>
                </a:cubicBezTo>
                <a:cubicBezTo>
                  <a:pt x="923523" y="1904899"/>
                  <a:pt x="866670" y="1797743"/>
                  <a:pt x="845349" y="1665583"/>
                </a:cubicBezTo>
                <a:cubicBezTo>
                  <a:pt x="838243" y="1597718"/>
                  <a:pt x="792049" y="1576287"/>
                  <a:pt x="745855" y="1544140"/>
                </a:cubicBezTo>
                <a:cubicBezTo>
                  <a:pt x="589507" y="1433411"/>
                  <a:pt x="422499" y="1333399"/>
                  <a:pt x="291024" y="1183381"/>
                </a:cubicBezTo>
                <a:cubicBezTo>
                  <a:pt x="443819" y="1201239"/>
                  <a:pt x="564633" y="1301252"/>
                  <a:pt x="724535" y="1344115"/>
                </a:cubicBezTo>
                <a:cubicBezTo>
                  <a:pt x="596614" y="1179808"/>
                  <a:pt x="429605" y="1094083"/>
                  <a:pt x="276811" y="994071"/>
                </a:cubicBezTo>
                <a:cubicBezTo>
                  <a:pt x="205743" y="947637"/>
                  <a:pt x="141783" y="890486"/>
                  <a:pt x="60055" y="865484"/>
                </a:cubicBezTo>
                <a:cubicBezTo>
                  <a:pt x="31628" y="858340"/>
                  <a:pt x="-18119" y="840481"/>
                  <a:pt x="6755" y="790474"/>
                </a:cubicBezTo>
                <a:cubicBezTo>
                  <a:pt x="28075" y="747612"/>
                  <a:pt x="67162" y="761900"/>
                  <a:pt x="102696" y="772614"/>
                </a:cubicBezTo>
                <a:cubicBezTo>
                  <a:pt x="187976" y="801190"/>
                  <a:pt x="280364" y="801190"/>
                  <a:pt x="397625" y="801190"/>
                </a:cubicBezTo>
                <a:cubicBezTo>
                  <a:pt x="298131" y="665458"/>
                  <a:pt x="116909" y="708321"/>
                  <a:pt x="31628" y="565446"/>
                </a:cubicBezTo>
                <a:cubicBezTo>
                  <a:pt x="138229" y="540444"/>
                  <a:pt x="219957" y="590450"/>
                  <a:pt x="305237" y="601165"/>
                </a:cubicBezTo>
                <a:cubicBezTo>
                  <a:pt x="383412" y="611881"/>
                  <a:pt x="401178" y="586877"/>
                  <a:pt x="383412" y="508296"/>
                </a:cubicBezTo>
                <a:cubicBezTo>
                  <a:pt x="354985" y="386853"/>
                  <a:pt x="397625" y="326130"/>
                  <a:pt x="511333" y="358278"/>
                </a:cubicBezTo>
                <a:cubicBezTo>
                  <a:pt x="617934" y="390424"/>
                  <a:pt x="628594" y="343990"/>
                  <a:pt x="600167" y="276124"/>
                </a:cubicBezTo>
                <a:cubicBezTo>
                  <a:pt x="557527" y="176112"/>
                  <a:pt x="603720" y="97531"/>
                  <a:pt x="635701" y="11805"/>
                </a:cubicBezTo>
                <a:close/>
              </a:path>
            </a:pathLst>
          </a:cu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120913D-258A-2DA5-B884-AE66C4CF086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8068" r="31371" b="-2"/>
          <a:stretch>
            <a:fillRect/>
          </a:stretch>
        </p:blipFill>
        <p:spPr>
          <a:xfrm>
            <a:off x="9082585" y="3802960"/>
            <a:ext cx="3109415" cy="3055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2835768"/>
      </p:ext>
    </p:extLst>
  </p:cSld>
  <p:clrMapOvr>
    <a:masterClrMapping/>
  </p:clrMapOvr>
  <p:transition spd="med">
    <p:pull dir="d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9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64F395-8F11-33A9-FB0F-9FF0318865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0387" y="681037"/>
            <a:ext cx="4080879" cy="1102043"/>
          </a:xfrm>
        </p:spPr>
        <p:txBody>
          <a:bodyPr>
            <a:normAutofit fontScale="90000"/>
          </a:bodyPr>
          <a:lstStyle/>
          <a:p>
            <a:r>
              <a:rPr lang="en-US" sz="4000" dirty="0"/>
              <a:t>Instruction Walkthrough</a:t>
            </a:r>
          </a:p>
        </p:txBody>
      </p:sp>
      <p:graphicFrame>
        <p:nvGraphicFramePr>
          <p:cNvPr id="11" name="Content Placeholder 10">
            <a:extLst>
              <a:ext uri="{FF2B5EF4-FFF2-40B4-BE49-F238E27FC236}">
                <a16:creationId xmlns:a16="http://schemas.microsoft.com/office/drawing/2014/main" id="{8704192C-8112-E11E-1CFB-41F7C0A4F9B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71759438"/>
              </p:ext>
            </p:extLst>
          </p:nvPr>
        </p:nvGraphicFramePr>
        <p:xfrm>
          <a:off x="710389" y="1783081"/>
          <a:ext cx="4080880" cy="439388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2" name="Rounded Rectangle 28">
            <a:extLst>
              <a:ext uri="{FF2B5EF4-FFF2-40B4-BE49-F238E27FC236}">
                <a16:creationId xmlns:a16="http://schemas.microsoft.com/office/drawing/2014/main" id="{A783CD55-1776-4C75-9A8F-D1179C0C7B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75903" y="640091"/>
            <a:ext cx="6266120" cy="5577818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EF83EF0-14B0-053F-E9DE-65A54DC9D47A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264" r="12265" b="1"/>
          <a:stretch>
            <a:fillRect/>
          </a:stretch>
        </p:blipFill>
        <p:spPr>
          <a:xfrm>
            <a:off x="5441735" y="804672"/>
            <a:ext cx="5934456" cy="5248656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2061039763"/>
      </p:ext>
    </p:extLst>
  </p:cSld>
  <p:clrMapOvr>
    <a:masterClrMapping/>
  </p:clrMapOvr>
  <p:transition spd="slow">
    <p:push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BDF8AE7-6900-9891-F961-CF8F943F03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7" y="702733"/>
            <a:ext cx="10905066" cy="5452533"/>
          </a:xfrm>
          <a:prstGeom prst="rect">
            <a:avLst/>
          </a:prstGeom>
          <a:ln>
            <a:noFill/>
          </a:ln>
        </p:spPr>
      </p:pic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828008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00">
        <p:zoom/>
      </p:transition>
    </mc:Choice>
    <mc:Fallback>
      <p:transition spd="slow">
        <p:zoom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4F7EBAE4-9945-4473-9E34-B2C66EA0F0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183E88E-A6AB-430E-827B-636243CD31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393361" cy="1325563"/>
          </a:xfrm>
        </p:spPr>
        <p:txBody>
          <a:bodyPr>
            <a:normAutofit/>
          </a:bodyPr>
          <a:lstStyle/>
          <a:p>
            <a:r>
              <a:rPr lang="en-IN" dirty="0"/>
              <a:t>Research Study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69DA11D-F013-C2E8-08C2-17EBE2E1E1B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244" r="20005" b="-2"/>
          <a:stretch>
            <a:fillRect/>
          </a:stretch>
        </p:blipFill>
        <p:spPr>
          <a:xfrm>
            <a:off x="6374920" y="758514"/>
            <a:ext cx="5122238" cy="5122238"/>
          </a:xfrm>
          <a:custGeom>
            <a:avLst/>
            <a:gdLst/>
            <a:ahLst/>
            <a:cxnLst/>
            <a:rect l="l" t="t" r="r" b="b"/>
            <a:pathLst>
              <a:path w="2663168" h="2663168">
                <a:moveTo>
                  <a:pt x="1331584" y="0"/>
                </a:moveTo>
                <a:cubicBezTo>
                  <a:pt x="2066998" y="0"/>
                  <a:pt x="2663168" y="596170"/>
                  <a:pt x="2663168" y="1331584"/>
                </a:cubicBezTo>
                <a:cubicBezTo>
                  <a:pt x="2663168" y="2066998"/>
                  <a:pt x="2066998" y="2663168"/>
                  <a:pt x="1331584" y="2663168"/>
                </a:cubicBezTo>
                <a:cubicBezTo>
                  <a:pt x="596170" y="2663168"/>
                  <a:pt x="0" y="2066998"/>
                  <a:pt x="0" y="1331584"/>
                </a:cubicBezTo>
                <a:cubicBezTo>
                  <a:pt x="0" y="596170"/>
                  <a:pt x="596170" y="0"/>
                  <a:pt x="1331584" y="0"/>
                </a:cubicBezTo>
                <a:close/>
              </a:path>
            </a:pathLst>
          </a:custGeom>
        </p:spPr>
      </p:pic>
      <p:sp>
        <p:nvSpPr>
          <p:cNvPr id="12" name="!!Arc">
            <a:extLst>
              <a:ext uri="{FF2B5EF4-FFF2-40B4-BE49-F238E27FC236}">
                <a16:creationId xmlns:a16="http://schemas.microsoft.com/office/drawing/2014/main" id="{70BEB1E7-2F88-40BC-B73D-42E5B6F80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1189197" flipV="1">
            <a:off x="6261882" y="687822"/>
            <a:ext cx="5471147" cy="5471147"/>
          </a:xfrm>
          <a:prstGeom prst="arc">
            <a:avLst>
              <a:gd name="adj1" fmla="val 16200000"/>
              <a:gd name="adj2" fmla="val 20093138"/>
            </a:avLst>
          </a:prstGeom>
          <a:ln w="127000" cap="rnd">
            <a:solidFill>
              <a:schemeClr val="accent4">
                <a:alpha val="9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!!Oval">
            <a:extLst>
              <a:ext uri="{FF2B5EF4-FFF2-40B4-BE49-F238E27FC236}">
                <a16:creationId xmlns:a16="http://schemas.microsoft.com/office/drawing/2014/main" id="{A7B99495-F43F-4D80-A44F-2CB4764EB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48561" y="921125"/>
            <a:ext cx="791021" cy="769563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32" name="Content Placeholder 2">
            <a:extLst>
              <a:ext uri="{FF2B5EF4-FFF2-40B4-BE49-F238E27FC236}">
                <a16:creationId xmlns:a16="http://schemas.microsoft.com/office/drawing/2014/main" id="{AED2DB4C-B601-8BBF-3472-8C32DFB186F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72957877"/>
              </p:ext>
            </p:extLst>
          </p:nvPr>
        </p:nvGraphicFramePr>
        <p:xfrm>
          <a:off x="838200" y="1825625"/>
          <a:ext cx="5393361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231541523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6C4028FD-8BAA-4A19-BFDE-594D991B75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16208B9-2A92-BE8C-4759-E6B41EFF40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6995"/>
            <a:ext cx="10515600" cy="1133693"/>
          </a:xfrm>
        </p:spPr>
        <p:txBody>
          <a:bodyPr>
            <a:normAutofit/>
          </a:bodyPr>
          <a:lstStyle/>
          <a:p>
            <a:r>
              <a:rPr lang="en-US" sz="5200"/>
              <a:t>Design Decisions and Scope Control</a:t>
            </a:r>
          </a:p>
        </p:txBody>
      </p:sp>
      <p:graphicFrame>
        <p:nvGraphicFramePr>
          <p:cNvPr id="9" name="Content Placeholder 2">
            <a:extLst>
              <a:ext uri="{FF2B5EF4-FFF2-40B4-BE49-F238E27FC236}">
                <a16:creationId xmlns:a16="http://schemas.microsoft.com/office/drawing/2014/main" id="{1CCFD9C9-18F6-4DBD-A720-5CF02426570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45500987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729437769"/>
      </p:ext>
    </p:extLst>
  </p:cSld>
  <p:clrMapOvr>
    <a:masterClrMapping/>
  </p:clrMapOvr>
  <p:transition spd="slow">
    <p:wipe dir="d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B36F400F-DF28-43BC-8D8E-4929793B39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321564" y="320040"/>
            <a:ext cx="11548872" cy="6217920"/>
          </a:xfrm>
          <a:prstGeom prst="rect">
            <a:avLst/>
          </a:prstGeom>
          <a:solidFill>
            <a:schemeClr val="tx1">
              <a:alpha val="15000"/>
            </a:schemeClr>
          </a:solidFill>
          <a:ln w="127000" cap="sq" cmpd="thinThick">
            <a:solidFill>
              <a:schemeClr val="tx1">
                <a:alpha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CE2B98-2BC7-3368-AC68-2D2AAB26F4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68377"/>
            <a:ext cx="10515600" cy="1325563"/>
          </a:xfrm>
        </p:spPr>
        <p:txBody>
          <a:bodyPr>
            <a:normAutofit/>
          </a:bodyPr>
          <a:lstStyle/>
          <a:p>
            <a:r>
              <a:rPr lang="en-IN" dirty="0"/>
              <a:t>Limitation and Future Work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41ED6B-6BA8-AF3B-7251-CEEB3C07FD3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177456"/>
            <a:ext cx="5097780" cy="3795748"/>
          </a:xfrm>
        </p:spPr>
        <p:txBody>
          <a:bodyPr>
            <a:normAutofit lnSpcReduction="10000"/>
          </a:bodyPr>
          <a:lstStyle/>
          <a:p>
            <a:r>
              <a:rPr lang="en-US" sz="2000" dirty="0"/>
              <a:t>The prototype is intentionally limited to a </a:t>
            </a:r>
            <a:r>
              <a:rPr lang="en-US" sz="2000" b="1" dirty="0"/>
              <a:t>single-cycle MIPS </a:t>
            </a:r>
            <a:r>
              <a:rPr lang="en-US" sz="2000" b="1" dirty="0" err="1"/>
              <a:t>datapath</a:t>
            </a:r>
            <a:r>
              <a:rPr lang="en-US" sz="2000" dirty="0"/>
              <a:t>, so it does not yet cover multicycle execution, pipelining, stalls, or hazards.</a:t>
            </a:r>
          </a:p>
          <a:p>
            <a:r>
              <a:rPr lang="en-US" sz="2000" dirty="0"/>
              <a:t>Instruction support is broad enough for the study but still </a:t>
            </a:r>
            <a:r>
              <a:rPr lang="en-US" sz="2000" b="1" dirty="0"/>
              <a:t>bounded to a focused subset</a:t>
            </a:r>
            <a:r>
              <a:rPr lang="en-US" sz="2000" dirty="0"/>
              <a:t> rather than a full MIPS implementation.</a:t>
            </a:r>
          </a:p>
          <a:p>
            <a:r>
              <a:rPr lang="en-US" sz="2000" dirty="0"/>
              <a:t>The current evaluation is centered on </a:t>
            </a:r>
            <a:r>
              <a:rPr lang="en-US" sz="2000" b="1" dirty="0"/>
              <a:t>short-session participant testing</a:t>
            </a:r>
            <a:r>
              <a:rPr lang="en-US" sz="2000" dirty="0"/>
              <a:t>, so it does not yet address long-term retention, repeated use, or wider classroom deployment.</a:t>
            </a:r>
          </a:p>
          <a:p>
            <a:endParaRPr lang="en-US" sz="20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885248-AEDE-079A-A6DB-3B9F45BD02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56020" y="2177456"/>
            <a:ext cx="5097780" cy="3795748"/>
          </a:xfrm>
        </p:spPr>
        <p:txBody>
          <a:bodyPr>
            <a:normAutofit lnSpcReduction="10000"/>
          </a:bodyPr>
          <a:lstStyle/>
          <a:p>
            <a:r>
              <a:rPr lang="en-US" sz="1800" dirty="0"/>
              <a:t>Extend the environment beyond the single-cycle baseline into </a:t>
            </a:r>
            <a:r>
              <a:rPr lang="en-US" sz="1800" b="1" dirty="0"/>
              <a:t>multicycle execution and pipelined behavior</a:t>
            </a:r>
            <a:r>
              <a:rPr lang="en-US" sz="1800" dirty="0"/>
              <a:t>, including stalls, hazards, and overlapping instructions.</a:t>
            </a:r>
          </a:p>
          <a:p>
            <a:r>
              <a:rPr lang="en-US" sz="1800" dirty="0"/>
              <a:t>Expand instruction coverage further, especially the rest of the </a:t>
            </a:r>
            <a:r>
              <a:rPr lang="en-US" sz="1800" b="1" dirty="0"/>
              <a:t>jump/control-flow family</a:t>
            </a:r>
            <a:r>
              <a:rPr lang="en-US" sz="1800" dirty="0"/>
              <a:t> such as </a:t>
            </a:r>
            <a:r>
              <a:rPr lang="en-US" sz="1800" dirty="0" err="1"/>
              <a:t>jal</a:t>
            </a:r>
            <a:r>
              <a:rPr lang="en-US" sz="1800" dirty="0"/>
              <a:t> and jr.</a:t>
            </a:r>
          </a:p>
          <a:p>
            <a:r>
              <a:rPr lang="en-US" sz="1800" dirty="0"/>
              <a:t>Refine learner-support systems with </a:t>
            </a:r>
            <a:r>
              <a:rPr lang="en-US" sz="1800" b="1" dirty="0"/>
              <a:t>clearer onboarding, better route guidance, and optional adaptive guidance</a:t>
            </a:r>
            <a:r>
              <a:rPr lang="en-US" sz="1800" dirty="0"/>
              <a:t> based on learner performance.</a:t>
            </a:r>
          </a:p>
          <a:p>
            <a:r>
              <a:rPr lang="en-US" sz="1800" dirty="0"/>
              <a:t>Continue the research through </a:t>
            </a:r>
            <a:r>
              <a:rPr lang="en-US" sz="1800" b="1" dirty="0"/>
              <a:t>larger participant groups, stronger comparative evaluation, and retention-focused follow-up studies</a:t>
            </a:r>
            <a:r>
              <a:rPr lang="en-US" sz="1800" dirty="0"/>
              <a:t>.</a:t>
            </a:r>
          </a:p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85194200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01123" y="2366475"/>
            <a:ext cx="3234301" cy="2125049"/>
          </a:xfrm>
        </p:spPr>
        <p:txBody>
          <a:bodyPr>
            <a:normAutofit fontScale="90000"/>
          </a:bodyPr>
          <a:lstStyle/>
          <a:p>
            <a:pPr algn="ctr"/>
            <a:r>
              <a:rPr lang="en-GB" sz="5400" dirty="0"/>
              <a:t>Thank You</a:t>
            </a:r>
            <a:br>
              <a:rPr lang="en-GB" sz="5400" dirty="0"/>
            </a:br>
            <a:br>
              <a:rPr lang="en-GB" sz="5400" dirty="0"/>
            </a:br>
            <a:r>
              <a:rPr lang="en-GB" sz="5400" dirty="0"/>
              <a:t>Questions ?</a:t>
            </a:r>
          </a:p>
        </p:txBody>
      </p:sp>
    </p:spTree>
    <p:extLst>
      <p:ext uri="{BB962C8B-B14F-4D97-AF65-F5344CB8AC3E}">
        <p14:creationId xmlns:p14="http://schemas.microsoft.com/office/powerpoint/2010/main" val="17346214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258</TotalTime>
  <Words>1333</Words>
  <Application>Microsoft Office PowerPoint</Application>
  <PresentationFormat>Widescreen</PresentationFormat>
  <Paragraphs>91</Paragraphs>
  <Slides>13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Calibri</vt:lpstr>
      <vt:lpstr>Office Theme</vt:lpstr>
      <vt:lpstr>Creating Novel Virtual Reality Interfaces for Teaching Computer Architecture</vt:lpstr>
      <vt:lpstr>Why Computer Architecture Is Difficult to Learn</vt:lpstr>
      <vt:lpstr>Existing Research and Design Implications</vt:lpstr>
      <vt:lpstr>Research Question and Learning Outcomes</vt:lpstr>
      <vt:lpstr>System Overview and Scope</vt:lpstr>
      <vt:lpstr>Progressive Learning Modes</vt:lpstr>
      <vt:lpstr>Core Interaction Design</vt:lpstr>
      <vt:lpstr>Instruction Walkthrough</vt:lpstr>
      <vt:lpstr>PowerPoint Presentation</vt:lpstr>
      <vt:lpstr>Research Study</vt:lpstr>
      <vt:lpstr>Design Decisions and Scope Control</vt:lpstr>
      <vt:lpstr>Limitation and Future Work</vt:lpstr>
      <vt:lpstr>Thank You  Questions 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Priyansh Nayak</dc:creator>
  <cp:lastModifiedBy>Priyansh Nayak</cp:lastModifiedBy>
  <cp:revision>39</cp:revision>
  <dcterms:created xsi:type="dcterms:W3CDTF">2026-07-27T22:50:17Z</dcterms:created>
  <dcterms:modified xsi:type="dcterms:W3CDTF">2026-07-29T09:28:24Z</dcterms:modified>
</cp:coreProperties>
</file>